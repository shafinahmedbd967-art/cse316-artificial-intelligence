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6858000" cx="9144000"/>
  <p:notesSz cx="6951650" cy="9231300"/>
  <p:embeddedFontLst>
    <p:embeddedFont>
      <p:font typeface="Tahoma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181">
          <p15:clr>
            <a:srgbClr val="000000"/>
          </p15:clr>
        </p15:guide>
        <p15:guide id="2" pos="2919">
          <p15:clr>
            <a:srgbClr val="000000"/>
          </p15:clr>
        </p15:guide>
      </p15:notesGuideLst>
    </p:ext>
    <p:ext uri="GoogleSlidesCustomDataVersion2">
      <go:slidesCustomData xmlns:go="http://customooxmlschemas.google.com/" r:id="rId23" roundtripDataSignature="AMtx7mioetw/sbJW6Scl+PAHTkU+9RKg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E019BB-899C-408B-8773-34A2322182EC}">
  <a:tblStyle styleId="{26E019BB-899C-408B-8773-34A2322182E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81" orient="horz"/>
        <p:guide pos="2919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font" Target="fonts/Tahoma-bold.fntdata"/><Relationship Id="rId10" Type="http://schemas.openxmlformats.org/officeDocument/2006/relationships/slide" Target="slides/slide3.xml"/><Relationship Id="rId21" Type="http://schemas.openxmlformats.org/officeDocument/2006/relationships/font" Target="fonts/Tahoma-regular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23" Type="http://customschemas.google.com/relationships/presentationmetadata" Target="meta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130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50" spcFirstLastPara="1" rIns="92450" wrap="square" tIns="462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38587" y="0"/>
            <a:ext cx="30130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50" spcFirstLastPara="1" rIns="92450" wrap="square" tIns="462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66812" y="692150"/>
            <a:ext cx="4618037" cy="34623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27100" y="4384675"/>
            <a:ext cx="5097462" cy="4154487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50" spcFirstLastPara="1" rIns="92450" wrap="square" tIns="462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769350"/>
            <a:ext cx="30130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50" spcFirstLastPara="1" rIns="92450" wrap="square" tIns="462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38587" y="8769350"/>
            <a:ext cx="30130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50" spcFirstLastPara="1" rIns="92450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/>
          <p:nvPr>
            <p:ph idx="2" type="sldImg"/>
          </p:nvPr>
        </p:nvSpPr>
        <p:spPr>
          <a:xfrm>
            <a:off x="1166812" y="692150"/>
            <a:ext cx="4618037" cy="34623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1:notes"/>
          <p:cNvSpPr txBox="1"/>
          <p:nvPr>
            <p:ph idx="1" type="body"/>
          </p:nvPr>
        </p:nvSpPr>
        <p:spPr>
          <a:xfrm>
            <a:off x="927100" y="4384675"/>
            <a:ext cx="5097462" cy="4154487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:notes"/>
          <p:cNvSpPr txBox="1"/>
          <p:nvPr/>
        </p:nvSpPr>
        <p:spPr>
          <a:xfrm>
            <a:off x="3938587" y="8769350"/>
            <a:ext cx="30130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50" spcFirstLastPara="1" rIns="92450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ahoma"/>
              <a:buNone/>
            </a:pPr>
            <a:fld id="{00000000-1234-1234-1234-123412341234}" type="slidenum">
              <a:rPr b="0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/>
          <p:nvPr>
            <p:ph idx="2" type="sldImg"/>
          </p:nvPr>
        </p:nvSpPr>
        <p:spPr>
          <a:xfrm>
            <a:off x="1166812" y="692150"/>
            <a:ext cx="4618037" cy="34623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927100" y="4384675"/>
            <a:ext cx="5097462" cy="4154487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:notes"/>
          <p:cNvSpPr txBox="1"/>
          <p:nvPr/>
        </p:nvSpPr>
        <p:spPr>
          <a:xfrm>
            <a:off x="3938587" y="8769350"/>
            <a:ext cx="30130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50" spcFirstLastPara="1" rIns="92450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ahoma"/>
              <a:buNone/>
            </a:pPr>
            <a:fld id="{00000000-1234-1234-1234-123412341234}" type="slidenum">
              <a:rPr b="0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/>
          <p:nvPr>
            <p:ph idx="2" type="sldImg"/>
          </p:nvPr>
        </p:nvSpPr>
        <p:spPr>
          <a:xfrm>
            <a:off x="1166812" y="692150"/>
            <a:ext cx="4618037" cy="34623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927100" y="4384675"/>
            <a:ext cx="5097462" cy="4154487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 txBox="1"/>
          <p:nvPr/>
        </p:nvSpPr>
        <p:spPr>
          <a:xfrm>
            <a:off x="3938587" y="8769350"/>
            <a:ext cx="30130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50" spcFirstLastPara="1" rIns="92450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ahoma"/>
              <a:buNone/>
            </a:pPr>
            <a:fld id="{00000000-1234-1234-1234-123412341234}" type="slidenum">
              <a:rPr b="0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9fd9f936b_0_0:notes"/>
          <p:cNvSpPr/>
          <p:nvPr>
            <p:ph idx="2" type="sldImg"/>
          </p:nvPr>
        </p:nvSpPr>
        <p:spPr>
          <a:xfrm>
            <a:off x="1166812" y="692150"/>
            <a:ext cx="4617900" cy="346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9fd9f936b_0_0:notes"/>
          <p:cNvSpPr txBox="1"/>
          <p:nvPr>
            <p:ph idx="1" type="body"/>
          </p:nvPr>
        </p:nvSpPr>
        <p:spPr>
          <a:xfrm>
            <a:off x="927100" y="4384675"/>
            <a:ext cx="5097600" cy="4154400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69fd9f936b_0_0:notes"/>
          <p:cNvSpPr txBox="1"/>
          <p:nvPr>
            <p:ph idx="12" type="sldNum"/>
          </p:nvPr>
        </p:nvSpPr>
        <p:spPr>
          <a:xfrm>
            <a:off x="3938587" y="8769350"/>
            <a:ext cx="3013200" cy="462000"/>
          </a:xfrm>
          <a:prstGeom prst="rect">
            <a:avLst/>
          </a:prstGeom>
        </p:spPr>
        <p:txBody>
          <a:bodyPr anchorCtr="0" anchor="b" bIns="46225" lIns="92450" spcFirstLastPara="1" rIns="92450" wrap="square" tIns="462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9fd9f936b_0_6:notes"/>
          <p:cNvSpPr/>
          <p:nvPr>
            <p:ph idx="2" type="sldImg"/>
          </p:nvPr>
        </p:nvSpPr>
        <p:spPr>
          <a:xfrm>
            <a:off x="1166812" y="692150"/>
            <a:ext cx="4617900" cy="346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69fd9f936b_0_6:notes"/>
          <p:cNvSpPr txBox="1"/>
          <p:nvPr>
            <p:ph idx="1" type="body"/>
          </p:nvPr>
        </p:nvSpPr>
        <p:spPr>
          <a:xfrm>
            <a:off x="927100" y="4384675"/>
            <a:ext cx="5097600" cy="4154400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69fd9f936b_0_6:notes"/>
          <p:cNvSpPr txBox="1"/>
          <p:nvPr>
            <p:ph idx="12" type="sldNum"/>
          </p:nvPr>
        </p:nvSpPr>
        <p:spPr>
          <a:xfrm>
            <a:off x="3938587" y="8769350"/>
            <a:ext cx="3013200" cy="462000"/>
          </a:xfrm>
          <a:prstGeom prst="rect">
            <a:avLst/>
          </a:prstGeom>
        </p:spPr>
        <p:txBody>
          <a:bodyPr anchorCtr="0" anchor="b" bIns="46225" lIns="92450" spcFirstLastPara="1" rIns="92450" wrap="square" tIns="462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927100" y="4384675"/>
            <a:ext cx="5097462" cy="4154487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66812" y="692150"/>
            <a:ext cx="4618037" cy="34623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927100" y="4384675"/>
            <a:ext cx="5097462" cy="4154487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66812" y="692150"/>
            <a:ext cx="4618037" cy="34623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927100" y="4384675"/>
            <a:ext cx="5097462" cy="4154487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66812" y="692150"/>
            <a:ext cx="4618037" cy="34623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927100" y="4384675"/>
            <a:ext cx="5097462" cy="4154487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66812" y="692150"/>
            <a:ext cx="4618037" cy="34623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927100" y="4384675"/>
            <a:ext cx="5097462" cy="4154487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1166812" y="692150"/>
            <a:ext cx="4618037" cy="34623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927100" y="4384675"/>
            <a:ext cx="5097462" cy="4154487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1166812" y="692150"/>
            <a:ext cx="4618037" cy="34623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1166812" y="692150"/>
            <a:ext cx="4618037" cy="34623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927100" y="4384675"/>
            <a:ext cx="5097462" cy="4154487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 txBox="1"/>
          <p:nvPr/>
        </p:nvSpPr>
        <p:spPr>
          <a:xfrm>
            <a:off x="3938587" y="8769350"/>
            <a:ext cx="30130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50" spcFirstLastPara="1" rIns="92450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ahoma"/>
              <a:buNone/>
            </a:pPr>
            <a:fld id="{00000000-1234-1234-1234-123412341234}" type="slidenum">
              <a:rPr b="0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927100" y="4384675"/>
            <a:ext cx="5097462" cy="4154487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1166812" y="692150"/>
            <a:ext cx="4618037" cy="34623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" type="body"/>
          </p:nvPr>
        </p:nvSpPr>
        <p:spPr>
          <a:xfrm>
            <a:off x="571500" y="16764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85750" lvl="0" marL="457200" algn="l">
              <a:spcBef>
                <a:spcPts val="360"/>
              </a:spcBef>
              <a:spcAft>
                <a:spcPts val="0"/>
              </a:spcAft>
              <a:buSzPts val="900"/>
              <a:buChar char="•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3pPr>
            <a:lvl4pPr indent="-285750" lvl="3" marL="18288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 rot="5400000">
            <a:off x="4638675" y="2238375"/>
            <a:ext cx="5867400" cy="2000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 rot="5400000">
            <a:off x="561975" y="314325"/>
            <a:ext cx="5867400" cy="5848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85750" lvl="0" marL="457200" algn="l">
              <a:spcBef>
                <a:spcPts val="360"/>
              </a:spcBef>
              <a:spcAft>
                <a:spcPts val="0"/>
              </a:spcAft>
              <a:buSzPts val="900"/>
              <a:buChar char="•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3pPr>
            <a:lvl4pPr indent="-285750" lvl="3" marL="18288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" type="body"/>
          </p:nvPr>
        </p:nvSpPr>
        <p:spPr>
          <a:xfrm rot="5400000">
            <a:off x="2324100" y="-76200"/>
            <a:ext cx="4495800" cy="8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85750" lvl="0" marL="457200" algn="l">
              <a:spcBef>
                <a:spcPts val="360"/>
              </a:spcBef>
              <a:spcAft>
                <a:spcPts val="0"/>
              </a:spcAft>
              <a:buSzPts val="900"/>
              <a:buChar char="•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3pPr>
            <a:lvl4pPr indent="-285750" lvl="3" marL="18288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33" name="Google Shape;33;p17"/>
          <p:cNvSpPr txBox="1"/>
          <p:nvPr>
            <p:ph idx="3" type="body"/>
          </p:nvPr>
        </p:nvSpPr>
        <p:spPr>
          <a:xfrm>
            <a:off x="3733800" y="66294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66700" lvl="0" marL="457200" algn="l">
              <a:spcBef>
                <a:spcPts val="240"/>
              </a:spcBef>
              <a:spcAft>
                <a:spcPts val="0"/>
              </a:spcAft>
              <a:buSzPts val="600"/>
              <a:buChar char="•"/>
              <a:defRPr sz="1200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3pPr>
            <a:lvl4pPr indent="-285750" lvl="3" marL="18288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spcBef>
                <a:spcPts val="640"/>
              </a:spcBef>
              <a:spcAft>
                <a:spcPts val="0"/>
              </a:spcAft>
              <a:buSzPts val="1600"/>
              <a:buChar char="•"/>
              <a:defRPr sz="3200"/>
            </a:lvl1pPr>
            <a:lvl2pPr indent="-317500" lvl="1" marL="914400" algn="l">
              <a:spcBef>
                <a:spcPts val="560"/>
              </a:spcBef>
              <a:spcAft>
                <a:spcPts val="0"/>
              </a:spcAft>
              <a:buSzPts val="1400"/>
              <a:buChar char="•"/>
              <a:defRPr sz="2800"/>
            </a:lvl2pPr>
            <a:lvl3pPr indent="-304800" lvl="2" marL="1371600" algn="l">
              <a:spcBef>
                <a:spcPts val="480"/>
              </a:spcBef>
              <a:spcAft>
                <a:spcPts val="0"/>
              </a:spcAft>
              <a:buSzPts val="1200"/>
              <a:buChar char="⌖"/>
              <a:defRPr sz="2400"/>
            </a:lvl3pPr>
            <a:lvl4pPr indent="-292100" lvl="3" marL="1828800" algn="l">
              <a:spcBef>
                <a:spcPts val="400"/>
              </a:spcBef>
              <a:spcAft>
                <a:spcPts val="0"/>
              </a:spcAft>
              <a:buSzPts val="1000"/>
              <a:buChar char="⌖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⌖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⌖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⌖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⌖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⌖"/>
              <a:defRPr sz="2000"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2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algn="l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2400"/>
            </a:lvl1pPr>
            <a:lvl2pPr indent="-292100" lvl="1" marL="914400" algn="l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 sz="1800"/>
            </a:lvl3pPr>
            <a:lvl4pPr indent="-279400" lvl="3" marL="1828800" algn="l">
              <a:spcBef>
                <a:spcPts val="320"/>
              </a:spcBef>
              <a:spcAft>
                <a:spcPts val="0"/>
              </a:spcAft>
              <a:buSzPts val="800"/>
              <a:buChar char="⌖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⌖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⌖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⌖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⌖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⌖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2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algn="l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2400"/>
            </a:lvl1pPr>
            <a:lvl2pPr indent="-292100" lvl="1" marL="914400" algn="l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 sz="1800"/>
            </a:lvl3pPr>
            <a:lvl4pPr indent="-279400" lvl="3" marL="1828800" algn="l">
              <a:spcBef>
                <a:spcPts val="320"/>
              </a:spcBef>
              <a:spcAft>
                <a:spcPts val="0"/>
              </a:spcAft>
              <a:buSzPts val="800"/>
              <a:buChar char="⌖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⌖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⌖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⌖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⌖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⌖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" type="body"/>
          </p:nvPr>
        </p:nvSpPr>
        <p:spPr>
          <a:xfrm>
            <a:off x="571500" y="1676400"/>
            <a:ext cx="39243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spcBef>
                <a:spcPts val="560"/>
              </a:spcBef>
              <a:spcAft>
                <a:spcPts val="0"/>
              </a:spcAft>
              <a:buSzPts val="1400"/>
              <a:buChar char="•"/>
              <a:defRPr sz="2800"/>
            </a:lvl1pPr>
            <a:lvl2pPr indent="-304800" lvl="1" marL="914400" algn="l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⌖"/>
              <a:defRPr sz="2000"/>
            </a:lvl3pPr>
            <a:lvl4pPr indent="-285750" lvl="3" marL="18288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 sz="1800"/>
            </a:lvl9pPr>
          </a:lstStyle>
          <a:p/>
        </p:txBody>
      </p:sp>
      <p:sp>
        <p:nvSpPr>
          <p:cNvPr id="49" name="Google Shape;49;p21"/>
          <p:cNvSpPr txBox="1"/>
          <p:nvPr>
            <p:ph idx="2" type="body"/>
          </p:nvPr>
        </p:nvSpPr>
        <p:spPr>
          <a:xfrm>
            <a:off x="4648200" y="1676400"/>
            <a:ext cx="39243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spcBef>
                <a:spcPts val="560"/>
              </a:spcBef>
              <a:spcAft>
                <a:spcPts val="0"/>
              </a:spcAft>
              <a:buSzPts val="1400"/>
              <a:buChar char="•"/>
              <a:defRPr sz="2800"/>
            </a:lvl1pPr>
            <a:lvl2pPr indent="-304800" lvl="1" marL="914400" algn="l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⌖"/>
              <a:defRPr sz="2000"/>
            </a:lvl3pPr>
            <a:lvl4pPr indent="-285750" lvl="3" marL="18288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9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/>
          <p:nvPr>
            <p:ph type="ctrTitle"/>
          </p:nvPr>
        </p:nvSpPr>
        <p:spPr>
          <a:xfrm>
            <a:off x="990600" y="1600200"/>
            <a:ext cx="74676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68" name="Google Shape;68;p24"/>
          <p:cNvSpPr txBox="1"/>
          <p:nvPr>
            <p:ph idx="1" type="subTitle"/>
          </p:nvPr>
        </p:nvSpPr>
        <p:spPr>
          <a:xfrm>
            <a:off x="990600" y="3200400"/>
            <a:ext cx="7239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1600"/>
              <a:buFont typeface="Noto Sans Symbols"/>
              <a:buNone/>
              <a:defRPr sz="3200"/>
            </a:lvl1pPr>
            <a:lvl2pPr lvl="1" algn="l">
              <a:spcBef>
                <a:spcPts val="360"/>
              </a:spcBef>
              <a:spcAft>
                <a:spcPts val="0"/>
              </a:spcAft>
              <a:buSzPts val="9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⌖"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2" type="sldNum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eftbarback" id="10" name="Google Shape;10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6859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2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" name="Google Shape;12;p12"/>
          <p:cNvSpPr txBox="1"/>
          <p:nvPr>
            <p:ph idx="1" type="body"/>
          </p:nvPr>
        </p:nvSpPr>
        <p:spPr>
          <a:xfrm>
            <a:off x="571500" y="16764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720"/>
              </a:spcBef>
              <a:spcAft>
                <a:spcPts val="0"/>
              </a:spcAft>
              <a:buClr>
                <a:srgbClr val="FF3300"/>
              </a:buClr>
              <a:buSzPts val="1800"/>
              <a:buFont typeface="Noto Sans Symbols"/>
              <a:buChar char="•"/>
              <a:defRPr b="0" i="0" sz="3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30200" lvl="1" marL="914400" marR="0" rtl="0" algn="l">
              <a:spcBef>
                <a:spcPts val="640"/>
              </a:spcBef>
              <a:spcAft>
                <a:spcPts val="0"/>
              </a:spcAft>
              <a:buClr>
                <a:srgbClr val="FF3300"/>
              </a:buClr>
              <a:buSzPts val="1600"/>
              <a:buFont typeface="Noto Sans Symbols"/>
              <a:buChar char="•"/>
              <a:defRPr b="0" i="0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marR="0" rtl="0" algn="l">
              <a:spcBef>
                <a:spcPts val="560"/>
              </a:spcBef>
              <a:spcAft>
                <a:spcPts val="0"/>
              </a:spcAft>
              <a:buClr>
                <a:srgbClr val="FF3300"/>
              </a:buClr>
              <a:buSzPts val="1400"/>
              <a:buFont typeface="Noto Sans Symbols"/>
              <a:buChar char="⌖"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04800" lvl="3" marL="1828800" marR="0" rtl="0" algn="l">
              <a:spcBef>
                <a:spcPts val="480"/>
              </a:spcBef>
              <a:spcAft>
                <a:spcPts val="0"/>
              </a:spcAft>
              <a:buClr>
                <a:srgbClr val="FF3300"/>
              </a:buClr>
              <a:buSzPts val="1200"/>
              <a:buFont typeface="Noto Sans Symbols"/>
              <a:buChar char="⌖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FF3300"/>
              </a:buClr>
              <a:buSzPts val="1000"/>
              <a:buFont typeface="Noto Sans Symbols"/>
              <a:buChar char="⌖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FF3300"/>
              </a:buClr>
              <a:buSzPts val="1000"/>
              <a:buFont typeface="Noto Sans Symbols"/>
              <a:buChar char="⌖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FF3300"/>
              </a:buClr>
              <a:buSzPts val="1000"/>
              <a:buFont typeface="Noto Sans Symbols"/>
              <a:buChar char="⌖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FF3300"/>
              </a:buClr>
              <a:buSzPts val="1000"/>
              <a:buFont typeface="Noto Sans Symbols"/>
              <a:buChar char="⌖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FF3300"/>
              </a:buClr>
              <a:buSzPts val="1000"/>
              <a:buFont typeface="Noto Sans Symbols"/>
              <a:buChar char="⌖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cxnSp>
        <p:nvCxnSpPr>
          <p:cNvPr id="13" name="Google Shape;13;p12"/>
          <p:cNvCxnSpPr/>
          <p:nvPr/>
        </p:nvCxnSpPr>
        <p:spPr>
          <a:xfrm rot="10800000">
            <a:off x="8593137" y="3427412"/>
            <a:ext cx="0" cy="3286125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" name="Google Shape;14;p12"/>
          <p:cNvSpPr/>
          <p:nvPr/>
        </p:nvSpPr>
        <p:spPr>
          <a:xfrm flipH="1" rot="10800000">
            <a:off x="8494712" y="6034087"/>
            <a:ext cx="192087" cy="193675"/>
          </a:xfrm>
          <a:custGeom>
            <a:rect b="b" l="l" r="r" t="t"/>
            <a:pathLst>
              <a:path extrusionOk="0" fill="none" h="43200" w="43195">
                <a:moveTo>
                  <a:pt x="21114" y="5"/>
                </a:moveTo>
                <a:cubicBezTo>
                  <a:pt x="21274" y="1"/>
                  <a:pt x="21434" y="-1"/>
                  <a:pt x="21595" y="0"/>
                </a:cubicBezTo>
                <a:cubicBezTo>
                  <a:pt x="33524" y="0"/>
                  <a:pt x="43195" y="9670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43" y="43200"/>
                  <a:pt x="247" y="33805"/>
                  <a:pt x="-1" y="22056"/>
                </a:cubicBezTo>
              </a:path>
              <a:path extrusionOk="0" h="43200" w="43195">
                <a:moveTo>
                  <a:pt x="21114" y="5"/>
                </a:moveTo>
                <a:cubicBezTo>
                  <a:pt x="21274" y="1"/>
                  <a:pt x="21434" y="-1"/>
                  <a:pt x="21595" y="0"/>
                </a:cubicBezTo>
                <a:cubicBezTo>
                  <a:pt x="33524" y="0"/>
                  <a:pt x="43195" y="9670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43" y="43200"/>
                  <a:pt x="247" y="33805"/>
                  <a:pt x="-1" y="22056"/>
                </a:cubicBezTo>
                <a:lnTo>
                  <a:pt x="21595" y="21600"/>
                </a:lnTo>
                <a:lnTo>
                  <a:pt x="21114" y="5"/>
                </a:lnTo>
                <a:close/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5" name="Google Shape;15;p12"/>
          <p:cNvCxnSpPr/>
          <p:nvPr/>
        </p:nvCxnSpPr>
        <p:spPr>
          <a:xfrm rot="10800000">
            <a:off x="990600" y="6248400"/>
            <a:ext cx="7086600" cy="0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16" name="Google Shape;16;p12"/>
          <p:cNvGrpSpPr/>
          <p:nvPr/>
        </p:nvGrpSpPr>
        <p:grpSpPr>
          <a:xfrm>
            <a:off x="533400" y="1315143"/>
            <a:ext cx="7597902" cy="281189"/>
            <a:chOff x="504" y="3634"/>
            <a:chExt cx="4786" cy="177"/>
          </a:xfrm>
        </p:grpSpPr>
        <p:sp>
          <p:nvSpPr>
            <p:cNvPr id="17" name="Google Shape;17;p12"/>
            <p:cNvSpPr txBox="1"/>
            <p:nvPr/>
          </p:nvSpPr>
          <p:spPr>
            <a:xfrm>
              <a:off x="504" y="3696"/>
              <a:ext cx="4752" cy="48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" name="Google Shape;18;p12"/>
            <p:cNvSpPr/>
            <p:nvPr/>
          </p:nvSpPr>
          <p:spPr>
            <a:xfrm rot="-7500000">
              <a:off x="5142" y="3645"/>
              <a:ext cx="107" cy="156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eftbarback" id="54" name="Google Shape;54;p2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68592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p23"/>
          <p:cNvGrpSpPr/>
          <p:nvPr/>
        </p:nvGrpSpPr>
        <p:grpSpPr>
          <a:xfrm>
            <a:off x="2349500" y="3098800"/>
            <a:ext cx="6045200" cy="3271837"/>
            <a:chOff x="1480" y="1952"/>
            <a:chExt cx="3808" cy="2061"/>
          </a:xfrm>
        </p:grpSpPr>
        <p:cxnSp>
          <p:nvCxnSpPr>
            <p:cNvPr id="56" name="Google Shape;56;p23"/>
            <p:cNvCxnSpPr/>
            <p:nvPr/>
          </p:nvCxnSpPr>
          <p:spPr>
            <a:xfrm>
              <a:off x="1480" y="3442"/>
              <a:ext cx="3808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7" name="Google Shape;57;p23"/>
            <p:cNvCxnSpPr/>
            <p:nvPr/>
          </p:nvCxnSpPr>
          <p:spPr>
            <a:xfrm>
              <a:off x="5172" y="1952"/>
              <a:ext cx="0" cy="2061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58" name="Google Shape;58;p23"/>
            <p:cNvSpPr/>
            <p:nvPr/>
          </p:nvSpPr>
          <p:spPr>
            <a:xfrm rot="5400000">
              <a:off x="5096" y="3346"/>
              <a:ext cx="156" cy="157"/>
            </a:xfrm>
            <a:custGeom>
              <a:rect b="b" l="l" r="r" t="t"/>
              <a:pathLst>
                <a:path extrusionOk="0" fill="none" h="43200" w="43195">
                  <a:moveTo>
                    <a:pt x="21114" y="5"/>
                  </a:moveTo>
                  <a:cubicBezTo>
                    <a:pt x="21274" y="1"/>
                    <a:pt x="21434" y="-1"/>
                    <a:pt x="21595" y="0"/>
                  </a:cubicBezTo>
                  <a:cubicBezTo>
                    <a:pt x="33524" y="0"/>
                    <a:pt x="43195" y="9670"/>
                    <a:pt x="43195" y="21600"/>
                  </a:cubicBezTo>
                  <a:cubicBezTo>
                    <a:pt x="43195" y="33529"/>
                    <a:pt x="33524" y="43200"/>
                    <a:pt x="21595" y="43200"/>
                  </a:cubicBezTo>
                  <a:cubicBezTo>
                    <a:pt x="9843" y="43200"/>
                    <a:pt x="247" y="33805"/>
                    <a:pt x="-1" y="22056"/>
                  </a:cubicBezTo>
                </a:path>
                <a:path extrusionOk="0" h="43200" w="43195">
                  <a:moveTo>
                    <a:pt x="21114" y="5"/>
                  </a:moveTo>
                  <a:cubicBezTo>
                    <a:pt x="21274" y="1"/>
                    <a:pt x="21434" y="-1"/>
                    <a:pt x="21595" y="0"/>
                  </a:cubicBezTo>
                  <a:cubicBezTo>
                    <a:pt x="33524" y="0"/>
                    <a:pt x="43195" y="9670"/>
                    <a:pt x="43195" y="21600"/>
                  </a:cubicBezTo>
                  <a:cubicBezTo>
                    <a:pt x="43195" y="33529"/>
                    <a:pt x="33524" y="43200"/>
                    <a:pt x="21595" y="43200"/>
                  </a:cubicBezTo>
                  <a:cubicBezTo>
                    <a:pt x="9843" y="43200"/>
                    <a:pt x="247" y="33805"/>
                    <a:pt x="-1" y="22056"/>
                  </a:cubicBezTo>
                  <a:lnTo>
                    <a:pt x="21595" y="21600"/>
                  </a:lnTo>
                  <a:lnTo>
                    <a:pt x="21114" y="5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59" name="Google Shape;59;p23"/>
          <p:cNvCxnSpPr/>
          <p:nvPr/>
        </p:nvCxnSpPr>
        <p:spPr>
          <a:xfrm rot="10800000">
            <a:off x="990600" y="6248400"/>
            <a:ext cx="7086600" cy="0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60" name="Google Shape;60;p23"/>
          <p:cNvGrpSpPr/>
          <p:nvPr/>
        </p:nvGrpSpPr>
        <p:grpSpPr>
          <a:xfrm>
            <a:off x="990600" y="2762943"/>
            <a:ext cx="7597902" cy="281189"/>
            <a:chOff x="504" y="3634"/>
            <a:chExt cx="4786" cy="177"/>
          </a:xfrm>
        </p:grpSpPr>
        <p:sp>
          <p:nvSpPr>
            <p:cNvPr id="61" name="Google Shape;61;p23"/>
            <p:cNvSpPr txBox="1"/>
            <p:nvPr/>
          </p:nvSpPr>
          <p:spPr>
            <a:xfrm>
              <a:off x="504" y="3696"/>
              <a:ext cx="4752" cy="48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2" name="Google Shape;62;p23"/>
            <p:cNvSpPr/>
            <p:nvPr/>
          </p:nvSpPr>
          <p:spPr>
            <a:xfrm rot="-7500000">
              <a:off x="5142" y="3645"/>
              <a:ext cx="107" cy="156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63" name="Google Shape;63;p23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64" name="Google Shape;64;p23"/>
          <p:cNvSpPr txBox="1"/>
          <p:nvPr>
            <p:ph idx="1" type="body"/>
          </p:nvPr>
        </p:nvSpPr>
        <p:spPr>
          <a:xfrm>
            <a:off x="571500" y="16764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720"/>
              </a:spcBef>
              <a:spcAft>
                <a:spcPts val="0"/>
              </a:spcAft>
              <a:buClr>
                <a:srgbClr val="FF3300"/>
              </a:buClr>
              <a:buSzPts val="1800"/>
              <a:buFont typeface="Noto Sans Symbols"/>
              <a:buChar char="•"/>
              <a:defRPr b="0" i="0" sz="3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30200" lvl="1" marL="914400" marR="0" rtl="0" algn="l">
              <a:spcBef>
                <a:spcPts val="640"/>
              </a:spcBef>
              <a:spcAft>
                <a:spcPts val="0"/>
              </a:spcAft>
              <a:buClr>
                <a:srgbClr val="FF3300"/>
              </a:buClr>
              <a:buSzPts val="1600"/>
              <a:buFont typeface="Noto Sans Symbols"/>
              <a:buChar char="•"/>
              <a:defRPr b="0" i="0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marR="0" rtl="0" algn="l">
              <a:spcBef>
                <a:spcPts val="560"/>
              </a:spcBef>
              <a:spcAft>
                <a:spcPts val="0"/>
              </a:spcAft>
              <a:buClr>
                <a:srgbClr val="FF3300"/>
              </a:buClr>
              <a:buSzPts val="1400"/>
              <a:buFont typeface="Noto Sans Symbols"/>
              <a:buChar char="⌖"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04800" lvl="3" marL="1828800" marR="0" rtl="0" algn="l">
              <a:spcBef>
                <a:spcPts val="480"/>
              </a:spcBef>
              <a:spcAft>
                <a:spcPts val="0"/>
              </a:spcAft>
              <a:buClr>
                <a:srgbClr val="FF3300"/>
              </a:buClr>
              <a:buSzPts val="1200"/>
              <a:buFont typeface="Noto Sans Symbols"/>
              <a:buChar char="⌖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FF3300"/>
              </a:buClr>
              <a:buSzPts val="1000"/>
              <a:buFont typeface="Noto Sans Symbols"/>
              <a:buChar char="⌖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FF3300"/>
              </a:buClr>
              <a:buSzPts val="1000"/>
              <a:buFont typeface="Noto Sans Symbols"/>
              <a:buChar char="⌖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FF3300"/>
              </a:buClr>
              <a:buSzPts val="1000"/>
              <a:buFont typeface="Noto Sans Symbols"/>
              <a:buChar char="⌖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FF3300"/>
              </a:buClr>
              <a:buSzPts val="1000"/>
              <a:buFont typeface="Noto Sans Symbols"/>
              <a:buChar char="⌖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FF3300"/>
              </a:buClr>
              <a:buSzPts val="1000"/>
              <a:buFont typeface="Noto Sans Symbols"/>
              <a:buChar char="⌖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65" name="Google Shape;65;p23"/>
          <p:cNvSpPr txBox="1"/>
          <p:nvPr>
            <p:ph idx="12" type="sldNum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 txBox="1"/>
          <p:nvPr/>
        </p:nvSpPr>
        <p:spPr>
          <a:xfrm>
            <a:off x="228600" y="1371600"/>
            <a:ext cx="8763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ahoma"/>
              <a:buNone/>
            </a:pPr>
            <a:r>
              <a:rPr b="1" i="0" lang="en-US" sz="44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CSE </a:t>
            </a:r>
            <a:r>
              <a:rPr b="1" lang="en-US" sz="44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411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ahoma"/>
              <a:buNone/>
            </a:pPr>
            <a:r>
              <a:rPr b="1" i="0" lang="en-US" sz="44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Artificial Intelligence</a:t>
            </a:r>
            <a:endParaRPr/>
          </a:p>
        </p:txBody>
      </p:sp>
      <p:sp>
        <p:nvSpPr>
          <p:cNvPr id="76" name="Google Shape;76;p1"/>
          <p:cNvSpPr txBox="1"/>
          <p:nvPr/>
        </p:nvSpPr>
        <p:spPr>
          <a:xfrm>
            <a:off x="685800" y="2971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4000"/>
              <a:buFont typeface="Tahoma"/>
              <a:buNone/>
            </a:pPr>
            <a:r>
              <a:rPr b="1" i="0" lang="en-US" sz="4000" u="none">
                <a:solidFill>
                  <a:srgbClr val="00FF00"/>
                </a:solidFill>
                <a:latin typeface="Tahoma"/>
                <a:ea typeface="Tahoma"/>
                <a:cs typeface="Tahoma"/>
                <a:sym typeface="Tahoma"/>
              </a:rPr>
              <a:t>Topic - 1: Introduction</a:t>
            </a:r>
            <a:endParaRPr/>
          </a:p>
        </p:txBody>
      </p:sp>
      <p:pic>
        <p:nvPicPr>
          <p:cNvPr id="77" name="Google Shape;7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"/>
          <p:cNvSpPr txBox="1"/>
          <p:nvPr/>
        </p:nvSpPr>
        <p:spPr>
          <a:xfrm>
            <a:off x="76200" y="1752600"/>
            <a:ext cx="89154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4287" lvl="1" marL="471487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FF33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What Is AI?</a:t>
            </a:r>
            <a:endParaRPr/>
          </a:p>
          <a:p>
            <a:pPr indent="-14287" lvl="1" marL="471487" marR="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rgbClr val="66FF33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Foundations of AI</a:t>
            </a:r>
            <a:endParaRPr/>
          </a:p>
          <a:p>
            <a:pPr indent="-14287" lvl="1" marL="471487" marR="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rgbClr val="66FF33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History of AI</a:t>
            </a:r>
            <a:endParaRPr/>
          </a:p>
          <a:p>
            <a:pPr indent="-14287" lvl="1" marL="471487" marR="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rgbClr val="66FF33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Introduction to Prolog</a:t>
            </a:r>
            <a:endParaRPr/>
          </a:p>
        </p:txBody>
      </p:sp>
      <p:sp>
        <p:nvSpPr>
          <p:cNvPr id="84" name="Google Shape;84;p2"/>
          <p:cNvSpPr txBox="1"/>
          <p:nvPr/>
        </p:nvSpPr>
        <p:spPr>
          <a:xfrm>
            <a:off x="914400" y="76200"/>
            <a:ext cx="716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4000"/>
              <a:buFont typeface="Tahoma"/>
              <a:buNone/>
            </a:pPr>
            <a:r>
              <a:rPr b="1" i="0" lang="en-US" sz="4000" u="none">
                <a:solidFill>
                  <a:srgbClr val="00FF00"/>
                </a:solidFill>
                <a:latin typeface="Tahoma"/>
                <a:ea typeface="Tahoma"/>
                <a:cs typeface="Tahoma"/>
                <a:sym typeface="Tahoma"/>
              </a:rPr>
              <a:t>Topic Contents</a:t>
            </a:r>
            <a:endParaRPr/>
          </a:p>
        </p:txBody>
      </p:sp>
      <p:pic>
        <p:nvPicPr>
          <p:cNvPr id="85" name="Google Shape;8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1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Is AI?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92" name="Google Shape;92;p3"/>
          <p:cNvSpPr txBox="1"/>
          <p:nvPr>
            <p:ph idx="1" type="body"/>
          </p:nvPr>
        </p:nvSpPr>
        <p:spPr>
          <a:xfrm>
            <a:off x="457200" y="16764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❑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AI (Artificial Intelligence) is a branch of computer science concerned with the study and creation of computer systems that exhibit some form of intelligence: </a:t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systems that learn new concepts and tasks, </a:t>
            </a:r>
            <a:endParaRPr/>
          </a:p>
          <a:p>
            <a:pPr indent="-279400" lvl="0" marL="34290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systems that can reason and draw useful conclusions about the world around us, </a:t>
            </a:r>
            <a:endParaRPr/>
          </a:p>
          <a:p>
            <a:pPr indent="-279400" lvl="0" marL="34290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systems that can understand a natural language or perceive and comprehend a visual scene, </a:t>
            </a:r>
            <a:endParaRPr/>
          </a:p>
          <a:p>
            <a:pPr indent="-285750" lvl="1" marL="74295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and </a:t>
            </a:r>
            <a:endParaRPr/>
          </a:p>
          <a:p>
            <a:pPr indent="-279400" lvl="0" marL="34290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systems that perform other types of feats that require human types of intelligence.</a:t>
            </a:r>
            <a:endParaRPr/>
          </a:p>
        </p:txBody>
      </p:sp>
      <p:pic>
        <p:nvPicPr>
          <p:cNvPr id="93" name="Google Shape;9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9fd9f936b_0_0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69fd9f936b_0_0"/>
          <p:cNvSpPr txBox="1"/>
          <p:nvPr>
            <p:ph idx="1" type="body"/>
          </p:nvPr>
        </p:nvSpPr>
        <p:spPr>
          <a:xfrm>
            <a:off x="571500" y="1676400"/>
            <a:ext cx="8001000" cy="449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9fd9f936b_0_6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69fd9f936b_0_6"/>
          <p:cNvSpPr txBox="1"/>
          <p:nvPr>
            <p:ph idx="1" type="body"/>
          </p:nvPr>
        </p:nvSpPr>
        <p:spPr>
          <a:xfrm>
            <a:off x="571500" y="1676400"/>
            <a:ext cx="8001000" cy="449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1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Few Definitions of AI</a:t>
            </a:r>
            <a:endParaRPr/>
          </a:p>
        </p:txBody>
      </p:sp>
      <p:graphicFrame>
        <p:nvGraphicFramePr>
          <p:cNvPr id="113" name="Google Shape;113;p4"/>
          <p:cNvGraphicFramePr/>
          <p:nvPr/>
        </p:nvGraphicFramePr>
        <p:xfrm>
          <a:off x="53340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{26E019BB-899C-408B-8773-34A2322182EC}</a:tableStyleId>
              </a:tblPr>
              <a:tblGrid>
                <a:gridCol w="3886200"/>
                <a:gridCol w="3886200"/>
              </a:tblGrid>
              <a:tr h="194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US" sz="3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Systems that think like humans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US" sz="3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Systems that think rationally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US" sz="3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Systems that act like humans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US" sz="3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Systems that act rationally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1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Foundations of AI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20" name="Google Shape;120;p5"/>
          <p:cNvSpPr txBox="1"/>
          <p:nvPr>
            <p:ph idx="1" type="body"/>
          </p:nvPr>
        </p:nvSpPr>
        <p:spPr>
          <a:xfrm>
            <a:off x="571500" y="16764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Philosophy (428 B.C. – present)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❑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Can formal rules be used to draw valid conclusions?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❑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does mental mind arise from a physical brain?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❑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Where does knowledge come from?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❑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does knowledge lead to action?</a:t>
            </a:r>
            <a:endParaRPr/>
          </a:p>
          <a:p>
            <a:pPr indent="-22860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Mathematics (800 B.C. – present)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❑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are the formal rules to draw valid conclusions?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❑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can be computed?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❑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do we reason with uncertain information?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❑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Algorithms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❑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Intractability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❑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NP-completeness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❑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probability</a:t>
            </a:r>
            <a:endParaRPr/>
          </a:p>
        </p:txBody>
      </p:sp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126" name="Google Shape;126;p6"/>
          <p:cNvSpPr txBox="1"/>
          <p:nvPr>
            <p:ph idx="1" type="body"/>
          </p:nvPr>
        </p:nvSpPr>
        <p:spPr>
          <a:xfrm>
            <a:off x="571500" y="16764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Neuroscience (1861 – present)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❑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do brain process information?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❑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Neurons</a:t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Economics (1776 – present)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❑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do we make decisions so as to maximize payoff?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❑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should we do this when others may not go along?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❑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should we do this when the payoff may be far in the future?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❑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Decision theory ( probability theory + utility theory)</a:t>
            </a:r>
            <a:endParaRPr/>
          </a:p>
        </p:txBody>
      </p:sp>
      <p:sp>
        <p:nvSpPr>
          <p:cNvPr id="127" name="Google Shape;127;p6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1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Foundations of AI</a:t>
            </a:r>
            <a:endParaRPr/>
          </a:p>
        </p:txBody>
      </p:sp>
      <p:pic>
        <p:nvPicPr>
          <p:cNvPr id="128" name="Google Shape;1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133" name="Google Shape;133;p7"/>
          <p:cNvSpPr txBox="1"/>
          <p:nvPr>
            <p:ph idx="1" type="body"/>
          </p:nvPr>
        </p:nvSpPr>
        <p:spPr>
          <a:xfrm>
            <a:off x="571500" y="16764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Computer Engineering (1940 – present)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❑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can we build an efficient computer?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Cybernetics (1948 – present)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❑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can artifacts operate under their own control?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Psychology (1879 – present)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❑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do human and animals think and act?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Linguistics (1957 – present)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❑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do languages relate to thought?</a:t>
            </a:r>
            <a:endParaRPr/>
          </a:p>
          <a:p>
            <a:pPr indent="-285750" lvl="0" marL="342900" rtl="0" algn="l">
              <a:spcBef>
                <a:spcPts val="36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4" name="Google Shape;134;p7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1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Foundations of AI</a:t>
            </a:r>
            <a:endParaRPr/>
          </a:p>
        </p:txBody>
      </p:sp>
      <p:pic>
        <p:nvPicPr>
          <p:cNvPr id="135" name="Google Shape;13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1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History of AI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41" name="Google Shape;141;p8"/>
          <p:cNvSpPr txBox="1"/>
          <p:nvPr>
            <p:ph idx="1" type="body"/>
          </p:nvPr>
        </p:nvSpPr>
        <p:spPr>
          <a:xfrm>
            <a:off x="381000" y="1676400"/>
            <a:ext cx="8763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gestation of AI (1943 – 1955)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birth of AI (1956)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Early enthusiasm, great expectations (1952 – 1969)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dose of reality (1966 – 1973)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Genetic algorithm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Knowledge base systems (1969 – 1979)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AI becomes an industry (1980 – present)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return of neural network (1986 – present)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AI becomes a science (1987 – present)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66700" lvl="0" marL="342900" rtl="0" algn="l">
              <a:spcBef>
                <a:spcPts val="48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1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State of the Art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48" name="Google Shape;148;p9"/>
          <p:cNvSpPr txBox="1"/>
          <p:nvPr>
            <p:ph idx="1" type="body"/>
          </p:nvPr>
        </p:nvSpPr>
        <p:spPr>
          <a:xfrm>
            <a:off x="571500" y="16764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Autonomous planning and scheduling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Game playing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Autonomous control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Medical diagnosis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Logistic planning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Robotics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Language understanding and problem solving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etc.</a:t>
            </a:r>
            <a:endParaRPr/>
          </a:p>
          <a:p>
            <a:pPr indent="-2794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342900" rtl="0" algn="l">
              <a:spcBef>
                <a:spcPts val="40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9" name="Google Shape;1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1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Introduction to Prolog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56" name="Google Shape;156;p10"/>
          <p:cNvSpPr txBox="1"/>
          <p:nvPr>
            <p:ph idx="1" type="body"/>
          </p:nvPr>
        </p:nvSpPr>
        <p:spPr>
          <a:xfrm>
            <a:off x="571500" y="16764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Prolog: </a:t>
            </a:r>
            <a:r>
              <a:rPr b="1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gramming in </a:t>
            </a:r>
            <a:r>
              <a:rPr b="1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Log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ic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Prolog is a logic programming language.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Programming in Prolog is accomplished by creating a data base of facts and rules about objects, their properties, and their relationships to other objects.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Queries can be posed about the objects and valid conclusions will be determined through a form of inferencing control known as resolution.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	Facts: sister(sarah, bill).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	          parent(ann, sam).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		parent(joe, ann).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		male(joe).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		female(ann).</a:t>
            </a:r>
            <a:endParaRPr/>
          </a:p>
        </p:txBody>
      </p:sp>
      <p:pic>
        <p:nvPicPr>
          <p:cNvPr id="157" name="Google Shape;1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162" name="Google Shape;162;p11"/>
          <p:cNvSpPr txBox="1"/>
          <p:nvPr>
            <p:ph idx="1" type="body"/>
          </p:nvPr>
        </p:nvSpPr>
        <p:spPr>
          <a:xfrm>
            <a:off x="571500" y="1676400"/>
            <a:ext cx="81915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Rules: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Grandfather(X, Z) :- parent(X,Y), parent(Y,Z), male(X).</a:t>
            </a:r>
            <a:endParaRPr/>
          </a:p>
          <a:p>
            <a:pPr indent="-2222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all X, Y, and Z:</a:t>
            </a:r>
            <a:endParaRPr/>
          </a:p>
          <a:p>
            <a:pPr indent="-2222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X is the grandfather of Z </a:t>
            </a:r>
            <a:endParaRPr/>
          </a:p>
          <a:p>
            <a:pPr indent="-2222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X is the parent of Y, and Y is the parent of Z and X is a male</a:t>
            </a:r>
            <a:endParaRPr/>
          </a:p>
        </p:txBody>
      </p:sp>
      <p:sp>
        <p:nvSpPr>
          <p:cNvPr id="163" name="Google Shape;163;p11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1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Introduction to Prolog</a:t>
            </a:r>
            <a:endParaRPr/>
          </a:p>
        </p:txBody>
      </p:sp>
      <p:pic>
        <p:nvPicPr>
          <p:cNvPr id="164" name="Google Shape;1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1_Dennis PPT">
  <a:themeElements>
    <a:clrScheme name="Dennis PPT 3">
      <a:dk1>
        <a:srgbClr val="000000"/>
      </a:dk1>
      <a:lt1>
        <a:srgbClr val="FFFFFF"/>
      </a:lt1>
      <a:dk2>
        <a:srgbClr val="4D4D4D"/>
      </a:dk2>
      <a:lt2>
        <a:srgbClr val="B2B2B2"/>
      </a:lt2>
      <a:accent1>
        <a:srgbClr val="969696"/>
      </a:accent1>
      <a:accent2>
        <a:srgbClr val="EAEAEA"/>
      </a:accent2>
      <a:accent3>
        <a:srgbClr val="FFFFFF"/>
      </a:accent3>
      <a:accent4>
        <a:srgbClr val="000000"/>
      </a:accent4>
      <a:accent5>
        <a:srgbClr val="C9C9C9"/>
      </a:accent5>
      <a:accent6>
        <a:srgbClr val="D4D4D4"/>
      </a:accent6>
      <a:hlink>
        <a:srgbClr val="777777"/>
      </a:hlink>
      <a:folHlink>
        <a:srgbClr val="C0C0C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ennis PPT">
  <a:themeElements>
    <a:clrScheme name="Dennis PPT 3">
      <a:dk1>
        <a:srgbClr val="000000"/>
      </a:dk1>
      <a:lt1>
        <a:srgbClr val="FFFFFF"/>
      </a:lt1>
      <a:dk2>
        <a:srgbClr val="4D4D4D"/>
      </a:dk2>
      <a:lt2>
        <a:srgbClr val="B2B2B2"/>
      </a:lt2>
      <a:accent1>
        <a:srgbClr val="969696"/>
      </a:accent1>
      <a:accent2>
        <a:srgbClr val="EAEAEA"/>
      </a:accent2>
      <a:accent3>
        <a:srgbClr val="FFFFFF"/>
      </a:accent3>
      <a:accent4>
        <a:srgbClr val="000000"/>
      </a:accent4>
      <a:accent5>
        <a:srgbClr val="C9C9C9"/>
      </a:accent5>
      <a:accent6>
        <a:srgbClr val="D4D4D4"/>
      </a:accent6>
      <a:hlink>
        <a:srgbClr val="777777"/>
      </a:hlink>
      <a:folHlink>
        <a:srgbClr val="C0C0C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1999-03-22T21:30:00Z</dcterms:created>
  <dc:creator>sumonshahriar</dc:creator>
</cp:coreProperties>
</file>