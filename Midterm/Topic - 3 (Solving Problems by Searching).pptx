
<file path=[Content_Types].xml><?xml version="1.0" encoding="utf-8"?>
<Types xmlns="http://schemas.openxmlformats.org/package/2006/content-types">
  <Default ContentType="image/jpeg" Extension="jpg"/>
  <Default ContentType="application/vnd.openxmlformats-officedocument.vmlDrawing" Extension="vml"/>
  <Default ContentType="application/x-fontdata" Extension="fntdata"/>
  <Default ContentType="application/vnd.openxmlformats-officedocument.oleObject" Extension="bin"/>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77.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71.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Master+xml" PartName="/ppt/slideMasters/slideMaster4.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76.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oleObject" PartName="/ppt/embeddings/oleObject1.bin"/>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theme+xml" PartName="/ppt/theme/theme5.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48" r:id="rId4"/>
    <p:sldMasterId id="2147483661" r:id="rId5"/>
    <p:sldMasterId id="2147483663" r:id="rId6"/>
    <p:sldMasterId id="2147483665" r:id="rId7"/>
  </p:sldMasterIdLst>
  <p:notesMasterIdLst>
    <p:notesMasterId r:id="rId8"/>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 id="277" r:id="rId30"/>
    <p:sldId id="278" r:id="rId31"/>
    <p:sldId id="279" r:id="rId32"/>
    <p:sldId id="280" r:id="rId33"/>
    <p:sldId id="281" r:id="rId34"/>
    <p:sldId id="282" r:id="rId35"/>
    <p:sldId id="283" r:id="rId36"/>
    <p:sldId id="284" r:id="rId37"/>
    <p:sldId id="285" r:id="rId38"/>
    <p:sldId id="286" r:id="rId39"/>
    <p:sldId id="287" r:id="rId40"/>
    <p:sldId id="288" r:id="rId41"/>
    <p:sldId id="289" r:id="rId42"/>
    <p:sldId id="290" r:id="rId43"/>
    <p:sldId id="291" r:id="rId44"/>
    <p:sldId id="292" r:id="rId45"/>
    <p:sldId id="293" r:id="rId46"/>
    <p:sldId id="294" r:id="rId47"/>
    <p:sldId id="295" r:id="rId48"/>
    <p:sldId id="296" r:id="rId49"/>
    <p:sldId id="297" r:id="rId50"/>
    <p:sldId id="298" r:id="rId51"/>
    <p:sldId id="299" r:id="rId52"/>
    <p:sldId id="300" r:id="rId53"/>
    <p:sldId id="301" r:id="rId54"/>
    <p:sldId id="302" r:id="rId55"/>
    <p:sldId id="303" r:id="rId56"/>
    <p:sldId id="304" r:id="rId57"/>
    <p:sldId id="305" r:id="rId58"/>
    <p:sldId id="306" r:id="rId59"/>
    <p:sldId id="307" r:id="rId60"/>
    <p:sldId id="308" r:id="rId61"/>
    <p:sldId id="309" r:id="rId62"/>
    <p:sldId id="310" r:id="rId63"/>
    <p:sldId id="311" r:id="rId64"/>
    <p:sldId id="312" r:id="rId65"/>
    <p:sldId id="313" r:id="rId66"/>
    <p:sldId id="314" r:id="rId67"/>
    <p:sldId id="315" r:id="rId68"/>
    <p:sldId id="316" r:id="rId69"/>
    <p:sldId id="317" r:id="rId70"/>
    <p:sldId id="318" r:id="rId71"/>
    <p:sldId id="319" r:id="rId72"/>
    <p:sldId id="320" r:id="rId73"/>
    <p:sldId id="321" r:id="rId74"/>
    <p:sldId id="322" r:id="rId75"/>
    <p:sldId id="323" r:id="rId76"/>
    <p:sldId id="324" r:id="rId77"/>
    <p:sldId id="325" r:id="rId78"/>
    <p:sldId id="326" r:id="rId79"/>
    <p:sldId id="327" r:id="rId80"/>
    <p:sldId id="328" r:id="rId81"/>
    <p:sldId id="329" r:id="rId82"/>
    <p:sldId id="330" r:id="rId83"/>
    <p:sldId id="331" r:id="rId84"/>
    <p:sldId id="332" r:id="rId85"/>
  </p:sldIdLst>
  <p:sldSz cy="6858000" cx="9144000"/>
  <p:notesSz cx="6951650" cy="9231300"/>
  <p:embeddedFontLst>
    <p:embeddedFont>
      <p:font typeface="Century Schoolbook"/>
      <p:regular r:id="rId86"/>
      <p:bold r:id="rId87"/>
      <p:italic r:id="rId88"/>
      <p:boldItalic r:id="rId8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2D200454-40CA-4A62-9FC3-DE9A4176ACB9}">
      <p15:notesGuideLst>
        <p15:guide id="1" orient="horz" pos="2908">
          <p15:clr>
            <a:srgbClr val="000000"/>
          </p15:clr>
        </p15:guide>
        <p15:guide id="2" pos="2190">
          <p15:clr>
            <a:srgbClr val="000000"/>
          </p15:clr>
        </p15:guide>
      </p15:notesGuideLst>
    </p:ext>
    <p:ext uri="GoogleSlidesCustomDataVersion2">
      <go:slidesCustomData xmlns:go="http://customooxmlschemas.google.com/" r:id="rId90" roundtripDataSignature="AMtx7miSj8wfFA0D4VLwCHN+65HX0kBgW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notesViewPr>
    <p:cSldViewPr snapToGrid="0">
      <p:cViewPr varScale="1">
        <p:scale>
          <a:sx n="100" d="100"/>
          <a:sy n="100" d="100"/>
        </p:scale>
        <p:origin x="0" y="0"/>
      </p:cViewPr>
      <p:guideLst>
        <p:guide pos="2908" orient="horz"/>
        <p:guide pos="2190"/>
      </p:guideLst>
    </p:cSldViewPr>
  </p:notesViewPr>
</p:viewPr>
</file>

<file path=ppt/_rels/presentation.xml.rels><?xml version="1.0" encoding="UTF-8" standalone="yes"?><Relationships xmlns="http://schemas.openxmlformats.org/package/2006/relationships"><Relationship Id="rId40" Type="http://schemas.openxmlformats.org/officeDocument/2006/relationships/slide" Target="slides/slide32.xml"/><Relationship Id="rId84" Type="http://schemas.openxmlformats.org/officeDocument/2006/relationships/slide" Target="slides/slide76.xml"/><Relationship Id="rId83" Type="http://schemas.openxmlformats.org/officeDocument/2006/relationships/slide" Target="slides/slide75.xml"/><Relationship Id="rId42" Type="http://schemas.openxmlformats.org/officeDocument/2006/relationships/slide" Target="slides/slide34.xml"/><Relationship Id="rId86" Type="http://schemas.openxmlformats.org/officeDocument/2006/relationships/font" Target="fonts/CenturySchoolbook-regular.fntdata"/><Relationship Id="rId41" Type="http://schemas.openxmlformats.org/officeDocument/2006/relationships/slide" Target="slides/slide33.xml"/><Relationship Id="rId85" Type="http://schemas.openxmlformats.org/officeDocument/2006/relationships/slide" Target="slides/slide77.xml"/><Relationship Id="rId44" Type="http://schemas.openxmlformats.org/officeDocument/2006/relationships/slide" Target="slides/slide36.xml"/><Relationship Id="rId88" Type="http://schemas.openxmlformats.org/officeDocument/2006/relationships/font" Target="fonts/CenturySchoolbook-italic.fntdata"/><Relationship Id="rId43" Type="http://schemas.openxmlformats.org/officeDocument/2006/relationships/slide" Target="slides/slide35.xml"/><Relationship Id="rId87" Type="http://schemas.openxmlformats.org/officeDocument/2006/relationships/font" Target="fonts/CenturySchoolbook-bold.fntdata"/><Relationship Id="rId46" Type="http://schemas.openxmlformats.org/officeDocument/2006/relationships/slide" Target="slides/slide38.xml"/><Relationship Id="rId45" Type="http://schemas.openxmlformats.org/officeDocument/2006/relationships/slide" Target="slides/slide37.xml"/><Relationship Id="rId89" Type="http://schemas.openxmlformats.org/officeDocument/2006/relationships/font" Target="fonts/CenturySchoolbook-boldItalic.fntdata"/><Relationship Id="rId80" Type="http://schemas.openxmlformats.org/officeDocument/2006/relationships/slide" Target="slides/slide72.xml"/><Relationship Id="rId82" Type="http://schemas.openxmlformats.org/officeDocument/2006/relationships/slide" Target="slides/slide74.xml"/><Relationship Id="rId81" Type="http://schemas.openxmlformats.org/officeDocument/2006/relationships/slide" Target="slides/slide73.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1.xml"/><Relationship Id="rId48" Type="http://schemas.openxmlformats.org/officeDocument/2006/relationships/slide" Target="slides/slide40.xml"/><Relationship Id="rId47" Type="http://schemas.openxmlformats.org/officeDocument/2006/relationships/slide" Target="slides/slide39.xml"/><Relationship Id="rId49" Type="http://schemas.openxmlformats.org/officeDocument/2006/relationships/slide" Target="slides/slide4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8" Type="http://schemas.openxmlformats.org/officeDocument/2006/relationships/notesMaster" Target="notesMasters/notesMaster1.xml"/><Relationship Id="rId73" Type="http://schemas.openxmlformats.org/officeDocument/2006/relationships/slide" Target="slides/slide65.xml"/><Relationship Id="rId72" Type="http://schemas.openxmlformats.org/officeDocument/2006/relationships/slide" Target="slides/slide64.xml"/><Relationship Id="rId31" Type="http://schemas.openxmlformats.org/officeDocument/2006/relationships/slide" Target="slides/slide23.xml"/><Relationship Id="rId75" Type="http://schemas.openxmlformats.org/officeDocument/2006/relationships/slide" Target="slides/slide67.xml"/><Relationship Id="rId30" Type="http://schemas.openxmlformats.org/officeDocument/2006/relationships/slide" Target="slides/slide22.xml"/><Relationship Id="rId74" Type="http://schemas.openxmlformats.org/officeDocument/2006/relationships/slide" Target="slides/slide66.xml"/><Relationship Id="rId33" Type="http://schemas.openxmlformats.org/officeDocument/2006/relationships/slide" Target="slides/slide25.xml"/><Relationship Id="rId77" Type="http://schemas.openxmlformats.org/officeDocument/2006/relationships/slide" Target="slides/slide69.xml"/><Relationship Id="rId32" Type="http://schemas.openxmlformats.org/officeDocument/2006/relationships/slide" Target="slides/slide24.xml"/><Relationship Id="rId76" Type="http://schemas.openxmlformats.org/officeDocument/2006/relationships/slide" Target="slides/slide68.xml"/><Relationship Id="rId35" Type="http://schemas.openxmlformats.org/officeDocument/2006/relationships/slide" Target="slides/slide27.xml"/><Relationship Id="rId79" Type="http://schemas.openxmlformats.org/officeDocument/2006/relationships/slide" Target="slides/slide71.xml"/><Relationship Id="rId34" Type="http://schemas.openxmlformats.org/officeDocument/2006/relationships/slide" Target="slides/slide26.xml"/><Relationship Id="rId78" Type="http://schemas.openxmlformats.org/officeDocument/2006/relationships/slide" Target="slides/slide70.xml"/><Relationship Id="rId71" Type="http://schemas.openxmlformats.org/officeDocument/2006/relationships/slide" Target="slides/slide63.xml"/><Relationship Id="rId70" Type="http://schemas.openxmlformats.org/officeDocument/2006/relationships/slide" Target="slides/slide62.xml"/><Relationship Id="rId37" Type="http://schemas.openxmlformats.org/officeDocument/2006/relationships/slide" Target="slides/slide29.xml"/><Relationship Id="rId36" Type="http://schemas.openxmlformats.org/officeDocument/2006/relationships/slide" Target="slides/slide28.xml"/><Relationship Id="rId39" Type="http://schemas.openxmlformats.org/officeDocument/2006/relationships/slide" Target="slides/slide31.xml"/><Relationship Id="rId38" Type="http://schemas.openxmlformats.org/officeDocument/2006/relationships/slide" Target="slides/slide30.xml"/><Relationship Id="rId62" Type="http://schemas.openxmlformats.org/officeDocument/2006/relationships/slide" Target="slides/slide54.xml"/><Relationship Id="rId61" Type="http://schemas.openxmlformats.org/officeDocument/2006/relationships/slide" Target="slides/slide53.xml"/><Relationship Id="rId20" Type="http://schemas.openxmlformats.org/officeDocument/2006/relationships/slide" Target="slides/slide12.xml"/><Relationship Id="rId64" Type="http://schemas.openxmlformats.org/officeDocument/2006/relationships/slide" Target="slides/slide56.xml"/><Relationship Id="rId63" Type="http://schemas.openxmlformats.org/officeDocument/2006/relationships/slide" Target="slides/slide55.xml"/><Relationship Id="rId22" Type="http://schemas.openxmlformats.org/officeDocument/2006/relationships/slide" Target="slides/slide14.xml"/><Relationship Id="rId66" Type="http://schemas.openxmlformats.org/officeDocument/2006/relationships/slide" Target="slides/slide58.xml"/><Relationship Id="rId21" Type="http://schemas.openxmlformats.org/officeDocument/2006/relationships/slide" Target="slides/slide13.xml"/><Relationship Id="rId65" Type="http://schemas.openxmlformats.org/officeDocument/2006/relationships/slide" Target="slides/slide57.xml"/><Relationship Id="rId24" Type="http://schemas.openxmlformats.org/officeDocument/2006/relationships/slide" Target="slides/slide16.xml"/><Relationship Id="rId68" Type="http://schemas.openxmlformats.org/officeDocument/2006/relationships/slide" Target="slides/slide60.xml"/><Relationship Id="rId23" Type="http://schemas.openxmlformats.org/officeDocument/2006/relationships/slide" Target="slides/slide15.xml"/><Relationship Id="rId67" Type="http://schemas.openxmlformats.org/officeDocument/2006/relationships/slide" Target="slides/slide59.xml"/><Relationship Id="rId60" Type="http://schemas.openxmlformats.org/officeDocument/2006/relationships/slide" Target="slides/slide52.xml"/><Relationship Id="rId26" Type="http://schemas.openxmlformats.org/officeDocument/2006/relationships/slide" Target="slides/slide18.xml"/><Relationship Id="rId25" Type="http://schemas.openxmlformats.org/officeDocument/2006/relationships/slide" Target="slides/slide17.xml"/><Relationship Id="rId69" Type="http://schemas.openxmlformats.org/officeDocument/2006/relationships/slide" Target="slides/slide61.xml"/><Relationship Id="rId28" Type="http://schemas.openxmlformats.org/officeDocument/2006/relationships/slide" Target="slides/slide20.xml"/><Relationship Id="rId27" Type="http://schemas.openxmlformats.org/officeDocument/2006/relationships/slide" Target="slides/slide19.xml"/><Relationship Id="rId29" Type="http://schemas.openxmlformats.org/officeDocument/2006/relationships/slide" Target="slides/slide21.xml"/><Relationship Id="rId51" Type="http://schemas.openxmlformats.org/officeDocument/2006/relationships/slide" Target="slides/slide43.xml"/><Relationship Id="rId50" Type="http://schemas.openxmlformats.org/officeDocument/2006/relationships/slide" Target="slides/slide42.xml"/><Relationship Id="rId53" Type="http://schemas.openxmlformats.org/officeDocument/2006/relationships/slide" Target="slides/slide45.xml"/><Relationship Id="rId52" Type="http://schemas.openxmlformats.org/officeDocument/2006/relationships/slide" Target="slides/slide44.xml"/><Relationship Id="rId11" Type="http://schemas.openxmlformats.org/officeDocument/2006/relationships/slide" Target="slides/slide3.xml"/><Relationship Id="rId55" Type="http://schemas.openxmlformats.org/officeDocument/2006/relationships/slide" Target="slides/slide47.xml"/><Relationship Id="rId10" Type="http://schemas.openxmlformats.org/officeDocument/2006/relationships/slide" Target="slides/slide2.xml"/><Relationship Id="rId54" Type="http://schemas.openxmlformats.org/officeDocument/2006/relationships/slide" Target="slides/slide46.xml"/><Relationship Id="rId13" Type="http://schemas.openxmlformats.org/officeDocument/2006/relationships/slide" Target="slides/slide5.xml"/><Relationship Id="rId57" Type="http://schemas.openxmlformats.org/officeDocument/2006/relationships/slide" Target="slides/slide49.xml"/><Relationship Id="rId12" Type="http://schemas.openxmlformats.org/officeDocument/2006/relationships/slide" Target="slides/slide4.xml"/><Relationship Id="rId56" Type="http://schemas.openxmlformats.org/officeDocument/2006/relationships/slide" Target="slides/slide48.xml"/><Relationship Id="rId90" Type="http://customschemas.google.com/relationships/presentationmetadata" Target="metadata"/><Relationship Id="rId15" Type="http://schemas.openxmlformats.org/officeDocument/2006/relationships/slide" Target="slides/slide7.xml"/><Relationship Id="rId59" Type="http://schemas.openxmlformats.org/officeDocument/2006/relationships/slide" Target="slides/slide51.xml"/><Relationship Id="rId14" Type="http://schemas.openxmlformats.org/officeDocument/2006/relationships/slide" Target="slides/slide6.xml"/><Relationship Id="rId58" Type="http://schemas.openxmlformats.org/officeDocument/2006/relationships/slide" Target="slides/slide50.xml"/><Relationship Id="rId17" Type="http://schemas.openxmlformats.org/officeDocument/2006/relationships/slide" Target="slides/slide9.xml"/><Relationship Id="rId16" Type="http://schemas.openxmlformats.org/officeDocument/2006/relationships/slide" Target="slides/slide8.xml"/><Relationship Id="rId19" Type="http://schemas.openxmlformats.org/officeDocument/2006/relationships/slide" Target="slides/slide11.xml"/><Relationship Id="rId18" Type="http://schemas.openxmlformats.org/officeDocument/2006/relationships/slide" Target="slides/slide10.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0.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013075" cy="461962"/>
          </a:xfrm>
          <a:prstGeom prst="rect">
            <a:avLst/>
          </a:prstGeom>
          <a:noFill/>
          <a:ln>
            <a:noFill/>
          </a:ln>
        </p:spPr>
        <p:txBody>
          <a:bodyPr anchorCtr="0" anchor="t" bIns="46225" lIns="92450" spcFirstLastPara="1" rIns="92450" wrap="square" tIns="46225">
            <a:noAutofit/>
          </a:bodyPr>
          <a:lstStyle>
            <a:lvl1pPr lvl="0"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9pPr>
          </a:lstStyle>
          <a:p/>
        </p:txBody>
      </p:sp>
      <p:sp>
        <p:nvSpPr>
          <p:cNvPr id="4" name="Google Shape;4;n"/>
          <p:cNvSpPr txBox="1"/>
          <p:nvPr>
            <p:ph idx="10" type="dt"/>
          </p:nvPr>
        </p:nvSpPr>
        <p:spPr>
          <a:xfrm>
            <a:off x="3937000" y="0"/>
            <a:ext cx="3013075" cy="461962"/>
          </a:xfrm>
          <a:prstGeom prst="rect">
            <a:avLst/>
          </a:prstGeom>
          <a:noFill/>
          <a:ln>
            <a:noFill/>
          </a:ln>
        </p:spPr>
        <p:txBody>
          <a:bodyPr anchorCtr="0" anchor="t" bIns="46225" lIns="92450" spcFirstLastPara="1" rIns="92450" wrap="square" tIns="46225">
            <a:noAutofit/>
          </a:bodyPr>
          <a:lstStyle>
            <a:lvl1pPr lvl="0"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9pPr>
          </a:lstStyle>
          <a:p/>
        </p:txBody>
      </p:sp>
      <p:sp>
        <p:nvSpPr>
          <p:cNvPr id="5" name="Google Shape;5;n"/>
          <p:cNvSpPr/>
          <p:nvPr>
            <p:ph idx="3" type="sldImg"/>
          </p:nvPr>
        </p:nvSpPr>
        <p:spPr>
          <a:xfrm>
            <a:off x="1166812" y="692150"/>
            <a:ext cx="4618037" cy="3462337"/>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6" name="Google Shape;6;n"/>
          <p:cNvSpPr txBox="1"/>
          <p:nvPr>
            <p:ph idx="1" type="body"/>
          </p:nvPr>
        </p:nvSpPr>
        <p:spPr>
          <a:xfrm>
            <a:off x="695325" y="4384675"/>
            <a:ext cx="5561012" cy="4154487"/>
          </a:xfrm>
          <a:prstGeom prst="rect">
            <a:avLst/>
          </a:prstGeom>
          <a:noFill/>
          <a:ln>
            <a:noFill/>
          </a:ln>
        </p:spPr>
        <p:txBody>
          <a:bodyPr anchorCtr="0" anchor="t" bIns="46225" lIns="92450" spcFirstLastPara="1" rIns="92450" wrap="square" tIns="46225">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7" name="Google Shape;7;n"/>
          <p:cNvSpPr txBox="1"/>
          <p:nvPr>
            <p:ph idx="11" type="ftr"/>
          </p:nvPr>
        </p:nvSpPr>
        <p:spPr>
          <a:xfrm>
            <a:off x="0" y="8767762"/>
            <a:ext cx="3013075" cy="461962"/>
          </a:xfrm>
          <a:prstGeom prst="rect">
            <a:avLst/>
          </a:prstGeom>
          <a:noFill/>
          <a:ln>
            <a:noFill/>
          </a:ln>
        </p:spPr>
        <p:txBody>
          <a:bodyPr anchorCtr="0" anchor="b" bIns="46225" lIns="92450" spcFirstLastPara="1" rIns="92450" wrap="square" tIns="46225">
            <a:noAutofit/>
          </a:bodyPr>
          <a:lstStyle>
            <a:lvl1pPr lvl="0"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9pPr>
          </a:lstStyle>
          <a:p/>
        </p:txBody>
      </p:sp>
      <p:sp>
        <p:nvSpPr>
          <p:cNvPr id="8" name="Google Shape;8;n"/>
          <p:cNvSpPr txBox="1"/>
          <p:nvPr>
            <p:ph idx="12" type="sldNum"/>
          </p:nvPr>
        </p:nvSpPr>
        <p:spPr>
          <a:xfrm>
            <a:off x="3937000" y="8767762"/>
            <a:ext cx="3013075" cy="461962"/>
          </a:xfrm>
          <a:prstGeom prst="rect">
            <a:avLst/>
          </a:prstGeom>
          <a:noFill/>
          <a:ln>
            <a:noFill/>
          </a:ln>
        </p:spPr>
        <p:txBody>
          <a:bodyPr anchorCtr="0" anchor="b" bIns="46225" lIns="92450" spcFirstLastPara="1" rIns="92450" wrap="square" tIns="46225">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000000"/>
                </a:solidFill>
                <a:latin typeface="Arial"/>
                <a:ea typeface="Arial"/>
                <a:cs typeface="Arial"/>
                <a:sym typeface="Arial"/>
              </a:rPr>
              <a:t>‹#›</a:t>
            </a:fld>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p1:notes"/>
          <p:cNvSpPr/>
          <p:nvPr>
            <p:ph idx="2" type="sldImg"/>
          </p:nvPr>
        </p:nvSpPr>
        <p:spPr>
          <a:xfrm>
            <a:off x="1166812" y="692150"/>
            <a:ext cx="4618037" cy="3462337"/>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7" name="Google Shape;117;p1:notes"/>
          <p:cNvSpPr txBox="1"/>
          <p:nvPr>
            <p:ph idx="1" type="body"/>
          </p:nvPr>
        </p:nvSpPr>
        <p:spPr>
          <a:xfrm>
            <a:off x="695325" y="4384675"/>
            <a:ext cx="5561012" cy="4154487"/>
          </a:xfrm>
          <a:prstGeom prst="rect">
            <a:avLst/>
          </a:prstGeom>
          <a:noFill/>
          <a:ln>
            <a:noFill/>
          </a:ln>
        </p:spPr>
        <p:txBody>
          <a:bodyPr anchorCtr="0" anchor="t" bIns="46225" lIns="92450" spcFirstLastPara="1" rIns="92450" wrap="square" tIns="46225">
            <a:noAutofit/>
          </a:bodyPr>
          <a:lstStyle/>
          <a:p>
            <a:pPr indent="0" lvl="0" marL="0" rtl="0" algn="l">
              <a:spcBef>
                <a:spcPts val="0"/>
              </a:spcBef>
              <a:spcAft>
                <a:spcPts val="0"/>
              </a:spcAft>
              <a:buNone/>
            </a:pPr>
            <a:r>
              <a:t/>
            </a:r>
            <a:endParaRPr/>
          </a:p>
        </p:txBody>
      </p:sp>
      <p:sp>
        <p:nvSpPr>
          <p:cNvPr id="118" name="Google Shape;118;p1:notes"/>
          <p:cNvSpPr txBox="1"/>
          <p:nvPr/>
        </p:nvSpPr>
        <p:spPr>
          <a:xfrm>
            <a:off x="3937000" y="8767762"/>
            <a:ext cx="3013075" cy="461962"/>
          </a:xfrm>
          <a:prstGeom prst="rect">
            <a:avLst/>
          </a:prstGeom>
          <a:noFill/>
          <a:ln>
            <a:noFill/>
          </a:ln>
        </p:spPr>
        <p:txBody>
          <a:bodyPr anchorCtr="0" anchor="b" bIns="46225" lIns="92450" spcFirstLastPara="1" rIns="92450" wrap="square" tIns="46225">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rgbClr val="000000"/>
                </a:solidFill>
                <a:latin typeface="Arial"/>
                <a:ea typeface="Arial"/>
                <a:cs typeface="Arial"/>
                <a:sym typeface="Arial"/>
              </a:rPr>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2:notes"/>
          <p:cNvSpPr txBox="1"/>
          <p:nvPr>
            <p:ph idx="1" type="body"/>
          </p:nvPr>
        </p:nvSpPr>
        <p:spPr>
          <a:xfrm>
            <a:off x="695325" y="4384675"/>
            <a:ext cx="5561012" cy="4154487"/>
          </a:xfrm>
          <a:prstGeom prst="rect">
            <a:avLst/>
          </a:prstGeom>
        </p:spPr>
        <p:txBody>
          <a:bodyPr anchorCtr="0" anchor="t" bIns="46225" lIns="92450" spcFirstLastPara="1" rIns="92450" wrap="square" tIns="46225">
            <a:noAutofit/>
          </a:bodyPr>
          <a:lstStyle/>
          <a:p>
            <a:pPr indent="0" lvl="0" marL="0" rtl="0" algn="l">
              <a:spcBef>
                <a:spcPts val="0"/>
              </a:spcBef>
              <a:spcAft>
                <a:spcPts val="0"/>
              </a:spcAft>
              <a:buNone/>
            </a:pPr>
            <a:r>
              <a:t/>
            </a:r>
            <a:endParaRPr/>
          </a:p>
        </p:txBody>
      </p:sp>
      <p:sp>
        <p:nvSpPr>
          <p:cNvPr id="126" name="Google Shape;126;p2:notes"/>
          <p:cNvSpPr/>
          <p:nvPr>
            <p:ph idx="2" type="sldImg"/>
          </p:nvPr>
        </p:nvSpPr>
        <p:spPr>
          <a:xfrm>
            <a:off x="1166812" y="692150"/>
            <a:ext cx="4618037" cy="346233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3:notes"/>
          <p:cNvSpPr txBox="1"/>
          <p:nvPr>
            <p:ph idx="1" type="body"/>
          </p:nvPr>
        </p:nvSpPr>
        <p:spPr>
          <a:xfrm>
            <a:off x="695325" y="4384675"/>
            <a:ext cx="5561012" cy="4154487"/>
          </a:xfrm>
          <a:prstGeom prst="rect">
            <a:avLst/>
          </a:prstGeom>
        </p:spPr>
        <p:txBody>
          <a:bodyPr anchorCtr="0" anchor="t" bIns="46225" lIns="92450" spcFirstLastPara="1" rIns="92450" wrap="square" tIns="46225">
            <a:noAutofit/>
          </a:bodyPr>
          <a:lstStyle/>
          <a:p>
            <a:pPr indent="0" lvl="0" marL="0" rtl="0" algn="l">
              <a:spcBef>
                <a:spcPts val="0"/>
              </a:spcBef>
              <a:spcAft>
                <a:spcPts val="0"/>
              </a:spcAft>
              <a:buNone/>
            </a:pPr>
            <a:r>
              <a:t/>
            </a:r>
            <a:endParaRPr/>
          </a:p>
        </p:txBody>
      </p:sp>
      <p:sp>
        <p:nvSpPr>
          <p:cNvPr id="134" name="Google Shape;134;p3:notes"/>
          <p:cNvSpPr/>
          <p:nvPr>
            <p:ph idx="2" type="sldImg"/>
          </p:nvPr>
        </p:nvSpPr>
        <p:spPr>
          <a:xfrm>
            <a:off x="1166812" y="692150"/>
            <a:ext cx="4618037" cy="346233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4:notes"/>
          <p:cNvSpPr txBox="1"/>
          <p:nvPr>
            <p:ph idx="1" type="body"/>
          </p:nvPr>
        </p:nvSpPr>
        <p:spPr>
          <a:xfrm>
            <a:off x="695325" y="4384675"/>
            <a:ext cx="5561012" cy="4154487"/>
          </a:xfrm>
          <a:prstGeom prst="rect">
            <a:avLst/>
          </a:prstGeom>
        </p:spPr>
        <p:txBody>
          <a:bodyPr anchorCtr="0" anchor="t" bIns="46225" lIns="92450" spcFirstLastPara="1" rIns="92450" wrap="square" tIns="46225">
            <a:noAutofit/>
          </a:bodyPr>
          <a:lstStyle/>
          <a:p>
            <a:pPr indent="0" lvl="0" marL="0" rtl="0" algn="l">
              <a:spcBef>
                <a:spcPts val="0"/>
              </a:spcBef>
              <a:spcAft>
                <a:spcPts val="0"/>
              </a:spcAft>
              <a:buNone/>
            </a:pPr>
            <a:r>
              <a:t/>
            </a:r>
            <a:endParaRPr/>
          </a:p>
        </p:txBody>
      </p:sp>
      <p:sp>
        <p:nvSpPr>
          <p:cNvPr id="142" name="Google Shape;142;p4:notes"/>
          <p:cNvSpPr/>
          <p:nvPr>
            <p:ph idx="2" type="sldImg"/>
          </p:nvPr>
        </p:nvSpPr>
        <p:spPr>
          <a:xfrm>
            <a:off x="1166812" y="692150"/>
            <a:ext cx="4618037" cy="346233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p5:notes"/>
          <p:cNvSpPr txBox="1"/>
          <p:nvPr>
            <p:ph idx="1" type="body"/>
          </p:nvPr>
        </p:nvSpPr>
        <p:spPr>
          <a:xfrm>
            <a:off x="695325" y="4384675"/>
            <a:ext cx="5561012" cy="4154487"/>
          </a:xfrm>
          <a:prstGeom prst="rect">
            <a:avLst/>
          </a:prstGeom>
        </p:spPr>
        <p:txBody>
          <a:bodyPr anchorCtr="0" anchor="t" bIns="46225" lIns="92450" spcFirstLastPara="1" rIns="92450" wrap="square" tIns="46225">
            <a:noAutofit/>
          </a:bodyPr>
          <a:lstStyle/>
          <a:p>
            <a:pPr indent="0" lvl="0" marL="0" rtl="0" algn="l">
              <a:spcBef>
                <a:spcPts val="0"/>
              </a:spcBef>
              <a:spcAft>
                <a:spcPts val="0"/>
              </a:spcAft>
              <a:buNone/>
            </a:pPr>
            <a:r>
              <a:t/>
            </a:r>
            <a:endParaRPr/>
          </a:p>
        </p:txBody>
      </p:sp>
      <p:sp>
        <p:nvSpPr>
          <p:cNvPr id="150" name="Google Shape;150;p5:notes"/>
          <p:cNvSpPr/>
          <p:nvPr>
            <p:ph idx="2" type="sldImg"/>
          </p:nvPr>
        </p:nvSpPr>
        <p:spPr>
          <a:xfrm>
            <a:off x="1166812" y="692150"/>
            <a:ext cx="4618037" cy="346233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6:notes"/>
          <p:cNvSpPr txBox="1"/>
          <p:nvPr>
            <p:ph idx="1" type="body"/>
          </p:nvPr>
        </p:nvSpPr>
        <p:spPr>
          <a:xfrm>
            <a:off x="695325" y="4384675"/>
            <a:ext cx="5561012" cy="4154487"/>
          </a:xfrm>
          <a:prstGeom prst="rect">
            <a:avLst/>
          </a:prstGeom>
        </p:spPr>
        <p:txBody>
          <a:bodyPr anchorCtr="0" anchor="t" bIns="46225" lIns="92450" spcFirstLastPara="1" rIns="92450" wrap="square" tIns="46225">
            <a:noAutofit/>
          </a:bodyPr>
          <a:lstStyle/>
          <a:p>
            <a:pPr indent="0" lvl="0" marL="0" rtl="0" algn="l">
              <a:spcBef>
                <a:spcPts val="0"/>
              </a:spcBef>
              <a:spcAft>
                <a:spcPts val="0"/>
              </a:spcAft>
              <a:buNone/>
            </a:pPr>
            <a:r>
              <a:t/>
            </a:r>
            <a:endParaRPr/>
          </a:p>
        </p:txBody>
      </p:sp>
      <p:sp>
        <p:nvSpPr>
          <p:cNvPr id="158" name="Google Shape;158;p6:notes"/>
          <p:cNvSpPr/>
          <p:nvPr>
            <p:ph idx="2" type="sldImg"/>
          </p:nvPr>
        </p:nvSpPr>
        <p:spPr>
          <a:xfrm>
            <a:off x="1166812" y="692150"/>
            <a:ext cx="4618037" cy="346233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7:notes"/>
          <p:cNvSpPr txBox="1"/>
          <p:nvPr>
            <p:ph idx="1" type="body"/>
          </p:nvPr>
        </p:nvSpPr>
        <p:spPr>
          <a:xfrm>
            <a:off x="695325" y="4384675"/>
            <a:ext cx="5561012" cy="4154487"/>
          </a:xfrm>
          <a:prstGeom prst="rect">
            <a:avLst/>
          </a:prstGeom>
        </p:spPr>
        <p:txBody>
          <a:bodyPr anchorCtr="0" anchor="t" bIns="46225" lIns="92450" spcFirstLastPara="1" rIns="92450" wrap="square" tIns="46225">
            <a:noAutofit/>
          </a:bodyPr>
          <a:lstStyle/>
          <a:p>
            <a:pPr indent="0" lvl="0" marL="0" rtl="0" algn="l">
              <a:spcBef>
                <a:spcPts val="0"/>
              </a:spcBef>
              <a:spcAft>
                <a:spcPts val="0"/>
              </a:spcAft>
              <a:buNone/>
            </a:pPr>
            <a:r>
              <a:t/>
            </a:r>
            <a:endParaRPr/>
          </a:p>
        </p:txBody>
      </p:sp>
      <p:sp>
        <p:nvSpPr>
          <p:cNvPr id="166" name="Google Shape;166;p7:notes"/>
          <p:cNvSpPr/>
          <p:nvPr>
            <p:ph idx="2" type="sldImg"/>
          </p:nvPr>
        </p:nvSpPr>
        <p:spPr>
          <a:xfrm>
            <a:off x="1166812" y="692150"/>
            <a:ext cx="4618037" cy="346233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8:notes"/>
          <p:cNvSpPr txBox="1"/>
          <p:nvPr>
            <p:ph idx="1" type="body"/>
          </p:nvPr>
        </p:nvSpPr>
        <p:spPr>
          <a:xfrm>
            <a:off x="695325" y="4384675"/>
            <a:ext cx="5561012" cy="4154487"/>
          </a:xfrm>
          <a:prstGeom prst="rect">
            <a:avLst/>
          </a:prstGeom>
        </p:spPr>
        <p:txBody>
          <a:bodyPr anchorCtr="0" anchor="t" bIns="46225" lIns="92450" spcFirstLastPara="1" rIns="92450" wrap="square" tIns="46225">
            <a:noAutofit/>
          </a:bodyPr>
          <a:lstStyle/>
          <a:p>
            <a:pPr indent="0" lvl="0" marL="0" rtl="0" algn="l">
              <a:spcBef>
                <a:spcPts val="0"/>
              </a:spcBef>
              <a:spcAft>
                <a:spcPts val="0"/>
              </a:spcAft>
              <a:buNone/>
            </a:pPr>
            <a:r>
              <a:t/>
            </a:r>
            <a:endParaRPr/>
          </a:p>
        </p:txBody>
      </p:sp>
      <p:sp>
        <p:nvSpPr>
          <p:cNvPr id="174" name="Google Shape;174;p8:notes"/>
          <p:cNvSpPr/>
          <p:nvPr>
            <p:ph idx="2" type="sldImg"/>
          </p:nvPr>
        </p:nvSpPr>
        <p:spPr>
          <a:xfrm>
            <a:off x="1166812" y="692150"/>
            <a:ext cx="4618037" cy="346233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p9:notes"/>
          <p:cNvSpPr txBox="1"/>
          <p:nvPr>
            <p:ph idx="1" type="body"/>
          </p:nvPr>
        </p:nvSpPr>
        <p:spPr>
          <a:xfrm>
            <a:off x="695325" y="4384675"/>
            <a:ext cx="5561012" cy="4154487"/>
          </a:xfrm>
          <a:prstGeom prst="rect">
            <a:avLst/>
          </a:prstGeom>
        </p:spPr>
        <p:txBody>
          <a:bodyPr anchorCtr="0" anchor="t" bIns="46225" lIns="92450" spcFirstLastPara="1" rIns="92450" wrap="square" tIns="46225">
            <a:noAutofit/>
          </a:bodyPr>
          <a:lstStyle/>
          <a:p>
            <a:pPr indent="0" lvl="0" marL="0" rtl="0" algn="l">
              <a:spcBef>
                <a:spcPts val="0"/>
              </a:spcBef>
              <a:spcAft>
                <a:spcPts val="0"/>
              </a:spcAft>
              <a:buNone/>
            </a:pPr>
            <a:r>
              <a:t/>
            </a:r>
            <a:endParaRPr/>
          </a:p>
        </p:txBody>
      </p:sp>
      <p:sp>
        <p:nvSpPr>
          <p:cNvPr id="182" name="Google Shape;182;p9:notes"/>
          <p:cNvSpPr/>
          <p:nvPr>
            <p:ph idx="2" type="sldImg"/>
          </p:nvPr>
        </p:nvSpPr>
        <p:spPr>
          <a:xfrm>
            <a:off x="1166812" y="692150"/>
            <a:ext cx="4618037" cy="346233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10:notes"/>
          <p:cNvSpPr txBox="1"/>
          <p:nvPr>
            <p:ph idx="1" type="body"/>
          </p:nvPr>
        </p:nvSpPr>
        <p:spPr>
          <a:xfrm>
            <a:off x="695325" y="4384675"/>
            <a:ext cx="5561012" cy="4154487"/>
          </a:xfrm>
          <a:prstGeom prst="rect">
            <a:avLst/>
          </a:prstGeom>
        </p:spPr>
        <p:txBody>
          <a:bodyPr anchorCtr="0" anchor="t" bIns="46225" lIns="92450" spcFirstLastPara="1" rIns="92450" wrap="square" tIns="46225">
            <a:noAutofit/>
          </a:bodyPr>
          <a:lstStyle/>
          <a:p>
            <a:pPr indent="0" lvl="0" marL="0" rtl="0" algn="l">
              <a:spcBef>
                <a:spcPts val="0"/>
              </a:spcBef>
              <a:spcAft>
                <a:spcPts val="0"/>
              </a:spcAft>
              <a:buNone/>
            </a:pPr>
            <a:r>
              <a:t/>
            </a:r>
            <a:endParaRPr/>
          </a:p>
        </p:txBody>
      </p:sp>
      <p:sp>
        <p:nvSpPr>
          <p:cNvPr id="190" name="Google Shape;190;p10:notes"/>
          <p:cNvSpPr/>
          <p:nvPr>
            <p:ph idx="2" type="sldImg"/>
          </p:nvPr>
        </p:nvSpPr>
        <p:spPr>
          <a:xfrm>
            <a:off x="1166812" y="692150"/>
            <a:ext cx="4618037" cy="346233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11:notes"/>
          <p:cNvSpPr txBox="1"/>
          <p:nvPr>
            <p:ph idx="1" type="body"/>
          </p:nvPr>
        </p:nvSpPr>
        <p:spPr>
          <a:xfrm>
            <a:off x="695325" y="4384675"/>
            <a:ext cx="5561012" cy="4154487"/>
          </a:xfrm>
          <a:prstGeom prst="rect">
            <a:avLst/>
          </a:prstGeom>
        </p:spPr>
        <p:txBody>
          <a:bodyPr anchorCtr="0" anchor="t" bIns="46225" lIns="92450" spcFirstLastPara="1" rIns="92450" wrap="square" tIns="46225">
            <a:noAutofit/>
          </a:bodyPr>
          <a:lstStyle/>
          <a:p>
            <a:pPr indent="0" lvl="0" marL="0" rtl="0" algn="l">
              <a:spcBef>
                <a:spcPts val="0"/>
              </a:spcBef>
              <a:spcAft>
                <a:spcPts val="0"/>
              </a:spcAft>
              <a:buNone/>
            </a:pPr>
            <a:r>
              <a:t/>
            </a:r>
            <a:endParaRPr/>
          </a:p>
        </p:txBody>
      </p:sp>
      <p:sp>
        <p:nvSpPr>
          <p:cNvPr id="199" name="Google Shape;199;p11:notes"/>
          <p:cNvSpPr/>
          <p:nvPr>
            <p:ph idx="2" type="sldImg"/>
          </p:nvPr>
        </p:nvSpPr>
        <p:spPr>
          <a:xfrm>
            <a:off x="1166812" y="692150"/>
            <a:ext cx="4618037" cy="346233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p12:notes"/>
          <p:cNvSpPr txBox="1"/>
          <p:nvPr>
            <p:ph idx="1" type="body"/>
          </p:nvPr>
        </p:nvSpPr>
        <p:spPr>
          <a:xfrm>
            <a:off x="695325" y="4384675"/>
            <a:ext cx="5561012" cy="4154487"/>
          </a:xfrm>
          <a:prstGeom prst="rect">
            <a:avLst/>
          </a:prstGeom>
        </p:spPr>
        <p:txBody>
          <a:bodyPr anchorCtr="0" anchor="t" bIns="46225" lIns="92450" spcFirstLastPara="1" rIns="92450" wrap="square" tIns="46225">
            <a:noAutofit/>
          </a:bodyPr>
          <a:lstStyle/>
          <a:p>
            <a:pPr indent="0" lvl="0" marL="0" rtl="0" algn="l">
              <a:spcBef>
                <a:spcPts val="0"/>
              </a:spcBef>
              <a:spcAft>
                <a:spcPts val="0"/>
              </a:spcAft>
              <a:buNone/>
            </a:pPr>
            <a:r>
              <a:t/>
            </a:r>
            <a:endParaRPr/>
          </a:p>
        </p:txBody>
      </p:sp>
      <p:sp>
        <p:nvSpPr>
          <p:cNvPr id="207" name="Google Shape;207;p12:notes"/>
          <p:cNvSpPr/>
          <p:nvPr>
            <p:ph idx="2" type="sldImg"/>
          </p:nvPr>
        </p:nvSpPr>
        <p:spPr>
          <a:xfrm>
            <a:off x="1166812" y="692150"/>
            <a:ext cx="4618037" cy="346233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13:notes"/>
          <p:cNvSpPr txBox="1"/>
          <p:nvPr>
            <p:ph idx="1" type="body"/>
          </p:nvPr>
        </p:nvSpPr>
        <p:spPr>
          <a:xfrm>
            <a:off x="695325" y="4384675"/>
            <a:ext cx="5561012" cy="4154487"/>
          </a:xfrm>
          <a:prstGeom prst="rect">
            <a:avLst/>
          </a:prstGeom>
        </p:spPr>
        <p:txBody>
          <a:bodyPr anchorCtr="0" anchor="t" bIns="46225" lIns="92450" spcFirstLastPara="1" rIns="92450" wrap="square" tIns="46225">
            <a:noAutofit/>
          </a:bodyPr>
          <a:lstStyle/>
          <a:p>
            <a:pPr indent="0" lvl="0" marL="0" rtl="0" algn="l">
              <a:spcBef>
                <a:spcPts val="0"/>
              </a:spcBef>
              <a:spcAft>
                <a:spcPts val="0"/>
              </a:spcAft>
              <a:buNone/>
            </a:pPr>
            <a:r>
              <a:t/>
            </a:r>
            <a:endParaRPr/>
          </a:p>
        </p:txBody>
      </p:sp>
      <p:sp>
        <p:nvSpPr>
          <p:cNvPr id="216" name="Google Shape;216;p13:notes"/>
          <p:cNvSpPr/>
          <p:nvPr>
            <p:ph idx="2" type="sldImg"/>
          </p:nvPr>
        </p:nvSpPr>
        <p:spPr>
          <a:xfrm>
            <a:off x="1166812" y="692150"/>
            <a:ext cx="4618037" cy="346233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p14:notes"/>
          <p:cNvSpPr txBox="1"/>
          <p:nvPr>
            <p:ph idx="1" type="body"/>
          </p:nvPr>
        </p:nvSpPr>
        <p:spPr>
          <a:xfrm>
            <a:off x="695325" y="4384675"/>
            <a:ext cx="5561012" cy="4154487"/>
          </a:xfrm>
          <a:prstGeom prst="rect">
            <a:avLst/>
          </a:prstGeom>
        </p:spPr>
        <p:txBody>
          <a:bodyPr anchorCtr="0" anchor="t" bIns="46225" lIns="92450" spcFirstLastPara="1" rIns="92450" wrap="square" tIns="46225">
            <a:noAutofit/>
          </a:bodyPr>
          <a:lstStyle/>
          <a:p>
            <a:pPr indent="0" lvl="0" marL="0" rtl="0" algn="l">
              <a:spcBef>
                <a:spcPts val="0"/>
              </a:spcBef>
              <a:spcAft>
                <a:spcPts val="0"/>
              </a:spcAft>
              <a:buNone/>
            </a:pPr>
            <a:r>
              <a:t/>
            </a:r>
            <a:endParaRPr/>
          </a:p>
        </p:txBody>
      </p:sp>
      <p:sp>
        <p:nvSpPr>
          <p:cNvPr id="225" name="Google Shape;225;p14:notes"/>
          <p:cNvSpPr/>
          <p:nvPr>
            <p:ph idx="2" type="sldImg"/>
          </p:nvPr>
        </p:nvSpPr>
        <p:spPr>
          <a:xfrm>
            <a:off x="1166812" y="692150"/>
            <a:ext cx="4618037" cy="346233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p15:notes"/>
          <p:cNvSpPr txBox="1"/>
          <p:nvPr>
            <p:ph idx="1" type="body"/>
          </p:nvPr>
        </p:nvSpPr>
        <p:spPr>
          <a:xfrm>
            <a:off x="695325" y="4384675"/>
            <a:ext cx="5561012" cy="4154487"/>
          </a:xfrm>
          <a:prstGeom prst="rect">
            <a:avLst/>
          </a:prstGeom>
        </p:spPr>
        <p:txBody>
          <a:bodyPr anchorCtr="0" anchor="t" bIns="46225" lIns="92450" spcFirstLastPara="1" rIns="92450" wrap="square" tIns="46225">
            <a:noAutofit/>
          </a:bodyPr>
          <a:lstStyle/>
          <a:p>
            <a:pPr indent="0" lvl="0" marL="0" rtl="0" algn="l">
              <a:spcBef>
                <a:spcPts val="0"/>
              </a:spcBef>
              <a:spcAft>
                <a:spcPts val="0"/>
              </a:spcAft>
              <a:buNone/>
            </a:pPr>
            <a:r>
              <a:t/>
            </a:r>
            <a:endParaRPr/>
          </a:p>
        </p:txBody>
      </p:sp>
      <p:sp>
        <p:nvSpPr>
          <p:cNvPr id="234" name="Google Shape;234;p15:notes"/>
          <p:cNvSpPr/>
          <p:nvPr>
            <p:ph idx="2" type="sldImg"/>
          </p:nvPr>
        </p:nvSpPr>
        <p:spPr>
          <a:xfrm>
            <a:off x="1166812" y="692150"/>
            <a:ext cx="4618037" cy="346233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p16:notes"/>
          <p:cNvSpPr txBox="1"/>
          <p:nvPr>
            <p:ph idx="1" type="body"/>
          </p:nvPr>
        </p:nvSpPr>
        <p:spPr>
          <a:xfrm>
            <a:off x="695325" y="4384675"/>
            <a:ext cx="5561012" cy="4154487"/>
          </a:xfrm>
          <a:prstGeom prst="rect">
            <a:avLst/>
          </a:prstGeom>
        </p:spPr>
        <p:txBody>
          <a:bodyPr anchorCtr="0" anchor="t" bIns="46225" lIns="92450" spcFirstLastPara="1" rIns="92450" wrap="square" tIns="46225">
            <a:noAutofit/>
          </a:bodyPr>
          <a:lstStyle/>
          <a:p>
            <a:pPr indent="0" lvl="0" marL="0" rtl="0" algn="l">
              <a:spcBef>
                <a:spcPts val="0"/>
              </a:spcBef>
              <a:spcAft>
                <a:spcPts val="0"/>
              </a:spcAft>
              <a:buNone/>
            </a:pPr>
            <a:r>
              <a:t/>
            </a:r>
            <a:endParaRPr/>
          </a:p>
        </p:txBody>
      </p:sp>
      <p:sp>
        <p:nvSpPr>
          <p:cNvPr id="243" name="Google Shape;243;p16:notes"/>
          <p:cNvSpPr/>
          <p:nvPr>
            <p:ph idx="2" type="sldImg"/>
          </p:nvPr>
        </p:nvSpPr>
        <p:spPr>
          <a:xfrm>
            <a:off x="1166812" y="692150"/>
            <a:ext cx="4618037" cy="346233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17:notes"/>
          <p:cNvSpPr txBox="1"/>
          <p:nvPr>
            <p:ph idx="1" type="body"/>
          </p:nvPr>
        </p:nvSpPr>
        <p:spPr>
          <a:xfrm>
            <a:off x="695325" y="4384675"/>
            <a:ext cx="5561012" cy="4154487"/>
          </a:xfrm>
          <a:prstGeom prst="rect">
            <a:avLst/>
          </a:prstGeom>
        </p:spPr>
        <p:txBody>
          <a:bodyPr anchorCtr="0" anchor="t" bIns="46225" lIns="92450" spcFirstLastPara="1" rIns="92450" wrap="square" tIns="46225">
            <a:noAutofit/>
          </a:bodyPr>
          <a:lstStyle/>
          <a:p>
            <a:pPr indent="0" lvl="0" marL="0" rtl="0" algn="l">
              <a:spcBef>
                <a:spcPts val="0"/>
              </a:spcBef>
              <a:spcAft>
                <a:spcPts val="0"/>
              </a:spcAft>
              <a:buNone/>
            </a:pPr>
            <a:r>
              <a:t/>
            </a:r>
            <a:endParaRPr/>
          </a:p>
        </p:txBody>
      </p:sp>
      <p:sp>
        <p:nvSpPr>
          <p:cNvPr id="251" name="Google Shape;251;p17:notes"/>
          <p:cNvSpPr/>
          <p:nvPr>
            <p:ph idx="2" type="sldImg"/>
          </p:nvPr>
        </p:nvSpPr>
        <p:spPr>
          <a:xfrm>
            <a:off x="1166812" y="692150"/>
            <a:ext cx="4618037" cy="346233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p18:notes"/>
          <p:cNvSpPr txBox="1"/>
          <p:nvPr>
            <p:ph idx="1" type="body"/>
          </p:nvPr>
        </p:nvSpPr>
        <p:spPr>
          <a:xfrm>
            <a:off x="695325" y="4384675"/>
            <a:ext cx="5561012" cy="4154487"/>
          </a:xfrm>
          <a:prstGeom prst="rect">
            <a:avLst/>
          </a:prstGeom>
        </p:spPr>
        <p:txBody>
          <a:bodyPr anchorCtr="0" anchor="t" bIns="46225" lIns="92450" spcFirstLastPara="1" rIns="92450" wrap="square" tIns="46225">
            <a:noAutofit/>
          </a:bodyPr>
          <a:lstStyle/>
          <a:p>
            <a:pPr indent="0" lvl="0" marL="0" rtl="0" algn="l">
              <a:spcBef>
                <a:spcPts val="0"/>
              </a:spcBef>
              <a:spcAft>
                <a:spcPts val="0"/>
              </a:spcAft>
              <a:buNone/>
            </a:pPr>
            <a:r>
              <a:t/>
            </a:r>
            <a:endParaRPr/>
          </a:p>
        </p:txBody>
      </p:sp>
      <p:sp>
        <p:nvSpPr>
          <p:cNvPr id="259" name="Google Shape;259;p18:notes"/>
          <p:cNvSpPr/>
          <p:nvPr>
            <p:ph idx="2" type="sldImg"/>
          </p:nvPr>
        </p:nvSpPr>
        <p:spPr>
          <a:xfrm>
            <a:off x="1166812" y="692150"/>
            <a:ext cx="4618037" cy="346233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p19:notes"/>
          <p:cNvSpPr txBox="1"/>
          <p:nvPr>
            <p:ph idx="1" type="body"/>
          </p:nvPr>
        </p:nvSpPr>
        <p:spPr>
          <a:xfrm>
            <a:off x="695325" y="4384675"/>
            <a:ext cx="5561012" cy="4154487"/>
          </a:xfrm>
          <a:prstGeom prst="rect">
            <a:avLst/>
          </a:prstGeom>
        </p:spPr>
        <p:txBody>
          <a:bodyPr anchorCtr="0" anchor="t" bIns="46225" lIns="92450" spcFirstLastPara="1" rIns="92450" wrap="square" tIns="46225">
            <a:noAutofit/>
          </a:bodyPr>
          <a:lstStyle/>
          <a:p>
            <a:pPr indent="0" lvl="0" marL="0" rtl="0" algn="l">
              <a:spcBef>
                <a:spcPts val="0"/>
              </a:spcBef>
              <a:spcAft>
                <a:spcPts val="0"/>
              </a:spcAft>
              <a:buNone/>
            </a:pPr>
            <a:r>
              <a:t/>
            </a:r>
            <a:endParaRPr/>
          </a:p>
        </p:txBody>
      </p:sp>
      <p:sp>
        <p:nvSpPr>
          <p:cNvPr id="268" name="Google Shape;268;p19:notes"/>
          <p:cNvSpPr/>
          <p:nvPr>
            <p:ph idx="2" type="sldImg"/>
          </p:nvPr>
        </p:nvSpPr>
        <p:spPr>
          <a:xfrm>
            <a:off x="1166812" y="692150"/>
            <a:ext cx="4618037" cy="346233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20:notes"/>
          <p:cNvSpPr txBox="1"/>
          <p:nvPr>
            <p:ph idx="1" type="body"/>
          </p:nvPr>
        </p:nvSpPr>
        <p:spPr>
          <a:xfrm>
            <a:off x="695325" y="4384675"/>
            <a:ext cx="5561012" cy="4154487"/>
          </a:xfrm>
          <a:prstGeom prst="rect">
            <a:avLst/>
          </a:prstGeom>
        </p:spPr>
        <p:txBody>
          <a:bodyPr anchorCtr="0" anchor="t" bIns="46225" lIns="92450" spcFirstLastPara="1" rIns="92450" wrap="square" tIns="46225">
            <a:noAutofit/>
          </a:bodyPr>
          <a:lstStyle/>
          <a:p>
            <a:pPr indent="0" lvl="0" marL="0" rtl="0" algn="l">
              <a:spcBef>
                <a:spcPts val="0"/>
              </a:spcBef>
              <a:spcAft>
                <a:spcPts val="0"/>
              </a:spcAft>
              <a:buNone/>
            </a:pPr>
            <a:r>
              <a:t/>
            </a:r>
            <a:endParaRPr/>
          </a:p>
        </p:txBody>
      </p:sp>
      <p:sp>
        <p:nvSpPr>
          <p:cNvPr id="276" name="Google Shape;276;p20:notes"/>
          <p:cNvSpPr/>
          <p:nvPr>
            <p:ph idx="2" type="sldImg"/>
          </p:nvPr>
        </p:nvSpPr>
        <p:spPr>
          <a:xfrm>
            <a:off x="1166812" y="692150"/>
            <a:ext cx="4618037" cy="346233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p21:notes"/>
          <p:cNvSpPr txBox="1"/>
          <p:nvPr>
            <p:ph idx="1" type="body"/>
          </p:nvPr>
        </p:nvSpPr>
        <p:spPr>
          <a:xfrm>
            <a:off x="695325" y="4384675"/>
            <a:ext cx="5561012" cy="4154487"/>
          </a:xfrm>
          <a:prstGeom prst="rect">
            <a:avLst/>
          </a:prstGeom>
        </p:spPr>
        <p:txBody>
          <a:bodyPr anchorCtr="0" anchor="t" bIns="46225" lIns="92450" spcFirstLastPara="1" rIns="92450" wrap="square" tIns="46225">
            <a:noAutofit/>
          </a:bodyPr>
          <a:lstStyle/>
          <a:p>
            <a:pPr indent="0" lvl="0" marL="0" rtl="0" algn="l">
              <a:spcBef>
                <a:spcPts val="0"/>
              </a:spcBef>
              <a:spcAft>
                <a:spcPts val="0"/>
              </a:spcAft>
              <a:buNone/>
            </a:pPr>
            <a:r>
              <a:t/>
            </a:r>
            <a:endParaRPr/>
          </a:p>
        </p:txBody>
      </p:sp>
      <p:sp>
        <p:nvSpPr>
          <p:cNvPr id="284" name="Google Shape;284;p21:notes"/>
          <p:cNvSpPr/>
          <p:nvPr>
            <p:ph idx="2" type="sldImg"/>
          </p:nvPr>
        </p:nvSpPr>
        <p:spPr>
          <a:xfrm>
            <a:off x="1166812" y="692150"/>
            <a:ext cx="4618037" cy="346233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p22:notes"/>
          <p:cNvSpPr txBox="1"/>
          <p:nvPr>
            <p:ph idx="1" type="body"/>
          </p:nvPr>
        </p:nvSpPr>
        <p:spPr>
          <a:xfrm>
            <a:off x="695325" y="4384675"/>
            <a:ext cx="5561012" cy="4154487"/>
          </a:xfrm>
          <a:prstGeom prst="rect">
            <a:avLst/>
          </a:prstGeom>
        </p:spPr>
        <p:txBody>
          <a:bodyPr anchorCtr="0" anchor="t" bIns="46225" lIns="92450" spcFirstLastPara="1" rIns="92450" wrap="square" tIns="46225">
            <a:noAutofit/>
          </a:bodyPr>
          <a:lstStyle/>
          <a:p>
            <a:pPr indent="0" lvl="0" marL="0" rtl="0" algn="l">
              <a:spcBef>
                <a:spcPts val="0"/>
              </a:spcBef>
              <a:spcAft>
                <a:spcPts val="0"/>
              </a:spcAft>
              <a:buNone/>
            </a:pPr>
            <a:r>
              <a:t/>
            </a:r>
            <a:endParaRPr/>
          </a:p>
        </p:txBody>
      </p:sp>
      <p:sp>
        <p:nvSpPr>
          <p:cNvPr id="293" name="Google Shape;293;p22:notes"/>
          <p:cNvSpPr/>
          <p:nvPr>
            <p:ph idx="2" type="sldImg"/>
          </p:nvPr>
        </p:nvSpPr>
        <p:spPr>
          <a:xfrm>
            <a:off x="1166812" y="692150"/>
            <a:ext cx="4618037" cy="346233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p23:notes"/>
          <p:cNvSpPr txBox="1"/>
          <p:nvPr>
            <p:ph idx="1" type="body"/>
          </p:nvPr>
        </p:nvSpPr>
        <p:spPr>
          <a:xfrm>
            <a:off x="695325" y="4384675"/>
            <a:ext cx="5561012" cy="4154487"/>
          </a:xfrm>
          <a:prstGeom prst="rect">
            <a:avLst/>
          </a:prstGeom>
        </p:spPr>
        <p:txBody>
          <a:bodyPr anchorCtr="0" anchor="t" bIns="46225" lIns="92450" spcFirstLastPara="1" rIns="92450" wrap="square" tIns="46225">
            <a:noAutofit/>
          </a:bodyPr>
          <a:lstStyle/>
          <a:p>
            <a:pPr indent="0" lvl="0" marL="0" rtl="0" algn="l">
              <a:spcBef>
                <a:spcPts val="0"/>
              </a:spcBef>
              <a:spcAft>
                <a:spcPts val="0"/>
              </a:spcAft>
              <a:buNone/>
            </a:pPr>
            <a:r>
              <a:t/>
            </a:r>
            <a:endParaRPr/>
          </a:p>
        </p:txBody>
      </p:sp>
      <p:sp>
        <p:nvSpPr>
          <p:cNvPr id="301" name="Google Shape;301;p23:notes"/>
          <p:cNvSpPr/>
          <p:nvPr>
            <p:ph idx="2" type="sldImg"/>
          </p:nvPr>
        </p:nvSpPr>
        <p:spPr>
          <a:xfrm>
            <a:off x="1166812" y="692150"/>
            <a:ext cx="4618037" cy="346233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p24:notes"/>
          <p:cNvSpPr txBox="1"/>
          <p:nvPr>
            <p:ph idx="1" type="body"/>
          </p:nvPr>
        </p:nvSpPr>
        <p:spPr>
          <a:xfrm>
            <a:off x="695325" y="4384675"/>
            <a:ext cx="5561012" cy="4154487"/>
          </a:xfrm>
          <a:prstGeom prst="rect">
            <a:avLst/>
          </a:prstGeom>
        </p:spPr>
        <p:txBody>
          <a:bodyPr anchorCtr="0" anchor="t" bIns="46225" lIns="92450" spcFirstLastPara="1" rIns="92450" wrap="square" tIns="46225">
            <a:noAutofit/>
          </a:bodyPr>
          <a:lstStyle/>
          <a:p>
            <a:pPr indent="0" lvl="0" marL="0" rtl="0" algn="l">
              <a:spcBef>
                <a:spcPts val="0"/>
              </a:spcBef>
              <a:spcAft>
                <a:spcPts val="0"/>
              </a:spcAft>
              <a:buNone/>
            </a:pPr>
            <a:r>
              <a:t/>
            </a:r>
            <a:endParaRPr/>
          </a:p>
        </p:txBody>
      </p:sp>
      <p:sp>
        <p:nvSpPr>
          <p:cNvPr id="309" name="Google Shape;309;p24:notes"/>
          <p:cNvSpPr/>
          <p:nvPr>
            <p:ph idx="2" type="sldImg"/>
          </p:nvPr>
        </p:nvSpPr>
        <p:spPr>
          <a:xfrm>
            <a:off x="1166812" y="692150"/>
            <a:ext cx="4618037" cy="346233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p25:notes"/>
          <p:cNvSpPr txBox="1"/>
          <p:nvPr>
            <p:ph idx="1" type="body"/>
          </p:nvPr>
        </p:nvSpPr>
        <p:spPr>
          <a:xfrm>
            <a:off x="695325" y="4384675"/>
            <a:ext cx="5561012" cy="4154487"/>
          </a:xfrm>
          <a:prstGeom prst="rect">
            <a:avLst/>
          </a:prstGeom>
        </p:spPr>
        <p:txBody>
          <a:bodyPr anchorCtr="0" anchor="t" bIns="46225" lIns="92450" spcFirstLastPara="1" rIns="92450" wrap="square" tIns="46225">
            <a:noAutofit/>
          </a:bodyPr>
          <a:lstStyle/>
          <a:p>
            <a:pPr indent="0" lvl="0" marL="0" rtl="0" algn="l">
              <a:spcBef>
                <a:spcPts val="0"/>
              </a:spcBef>
              <a:spcAft>
                <a:spcPts val="0"/>
              </a:spcAft>
              <a:buNone/>
            </a:pPr>
            <a:r>
              <a:t/>
            </a:r>
            <a:endParaRPr/>
          </a:p>
        </p:txBody>
      </p:sp>
      <p:sp>
        <p:nvSpPr>
          <p:cNvPr id="317" name="Google Shape;317;p25:notes"/>
          <p:cNvSpPr/>
          <p:nvPr>
            <p:ph idx="2" type="sldImg"/>
          </p:nvPr>
        </p:nvSpPr>
        <p:spPr>
          <a:xfrm>
            <a:off x="1166812" y="692150"/>
            <a:ext cx="4618037" cy="346233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p26:notes"/>
          <p:cNvSpPr txBox="1"/>
          <p:nvPr>
            <p:ph idx="1" type="body"/>
          </p:nvPr>
        </p:nvSpPr>
        <p:spPr>
          <a:xfrm>
            <a:off x="695325" y="4384675"/>
            <a:ext cx="5561012" cy="4154487"/>
          </a:xfrm>
          <a:prstGeom prst="rect">
            <a:avLst/>
          </a:prstGeom>
        </p:spPr>
        <p:txBody>
          <a:bodyPr anchorCtr="0" anchor="t" bIns="46225" lIns="92450" spcFirstLastPara="1" rIns="92450" wrap="square" tIns="46225">
            <a:noAutofit/>
          </a:bodyPr>
          <a:lstStyle/>
          <a:p>
            <a:pPr indent="0" lvl="0" marL="0" rtl="0" algn="l">
              <a:spcBef>
                <a:spcPts val="0"/>
              </a:spcBef>
              <a:spcAft>
                <a:spcPts val="0"/>
              </a:spcAft>
              <a:buNone/>
            </a:pPr>
            <a:r>
              <a:t/>
            </a:r>
            <a:endParaRPr/>
          </a:p>
        </p:txBody>
      </p:sp>
      <p:sp>
        <p:nvSpPr>
          <p:cNvPr id="326" name="Google Shape;326;p26:notes"/>
          <p:cNvSpPr/>
          <p:nvPr>
            <p:ph idx="2" type="sldImg"/>
          </p:nvPr>
        </p:nvSpPr>
        <p:spPr>
          <a:xfrm>
            <a:off x="1166812" y="692150"/>
            <a:ext cx="4618037" cy="346233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p27:notes"/>
          <p:cNvSpPr txBox="1"/>
          <p:nvPr>
            <p:ph idx="1" type="body"/>
          </p:nvPr>
        </p:nvSpPr>
        <p:spPr>
          <a:xfrm>
            <a:off x="695325" y="4384675"/>
            <a:ext cx="5561012" cy="4154487"/>
          </a:xfrm>
          <a:prstGeom prst="rect">
            <a:avLst/>
          </a:prstGeom>
        </p:spPr>
        <p:txBody>
          <a:bodyPr anchorCtr="0" anchor="t" bIns="46225" lIns="92450" spcFirstLastPara="1" rIns="92450" wrap="square" tIns="46225">
            <a:noAutofit/>
          </a:bodyPr>
          <a:lstStyle/>
          <a:p>
            <a:pPr indent="0" lvl="0" marL="0" rtl="0" algn="l">
              <a:spcBef>
                <a:spcPts val="0"/>
              </a:spcBef>
              <a:spcAft>
                <a:spcPts val="0"/>
              </a:spcAft>
              <a:buNone/>
            </a:pPr>
            <a:r>
              <a:t/>
            </a:r>
            <a:endParaRPr/>
          </a:p>
        </p:txBody>
      </p:sp>
      <p:sp>
        <p:nvSpPr>
          <p:cNvPr id="334" name="Google Shape;334;p27:notes"/>
          <p:cNvSpPr/>
          <p:nvPr>
            <p:ph idx="2" type="sldImg"/>
          </p:nvPr>
        </p:nvSpPr>
        <p:spPr>
          <a:xfrm>
            <a:off x="1166812" y="692150"/>
            <a:ext cx="4618037" cy="346233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p28:notes"/>
          <p:cNvSpPr txBox="1"/>
          <p:nvPr>
            <p:ph idx="1" type="body"/>
          </p:nvPr>
        </p:nvSpPr>
        <p:spPr>
          <a:xfrm>
            <a:off x="695325" y="4384675"/>
            <a:ext cx="5561012" cy="4154487"/>
          </a:xfrm>
          <a:prstGeom prst="rect">
            <a:avLst/>
          </a:prstGeom>
        </p:spPr>
        <p:txBody>
          <a:bodyPr anchorCtr="0" anchor="t" bIns="46225" lIns="92450" spcFirstLastPara="1" rIns="92450" wrap="square" tIns="46225">
            <a:noAutofit/>
          </a:bodyPr>
          <a:lstStyle/>
          <a:p>
            <a:pPr indent="0" lvl="0" marL="0" rtl="0" algn="l">
              <a:spcBef>
                <a:spcPts val="0"/>
              </a:spcBef>
              <a:spcAft>
                <a:spcPts val="0"/>
              </a:spcAft>
              <a:buNone/>
            </a:pPr>
            <a:r>
              <a:t/>
            </a:r>
            <a:endParaRPr/>
          </a:p>
        </p:txBody>
      </p:sp>
      <p:sp>
        <p:nvSpPr>
          <p:cNvPr id="342" name="Google Shape;342;p28:notes"/>
          <p:cNvSpPr/>
          <p:nvPr>
            <p:ph idx="2" type="sldImg"/>
          </p:nvPr>
        </p:nvSpPr>
        <p:spPr>
          <a:xfrm>
            <a:off x="1166812" y="692150"/>
            <a:ext cx="4618037" cy="346233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p29:notes"/>
          <p:cNvSpPr txBox="1"/>
          <p:nvPr>
            <p:ph idx="1" type="body"/>
          </p:nvPr>
        </p:nvSpPr>
        <p:spPr>
          <a:xfrm>
            <a:off x="695325" y="4384675"/>
            <a:ext cx="5561012" cy="4154487"/>
          </a:xfrm>
          <a:prstGeom prst="rect">
            <a:avLst/>
          </a:prstGeom>
        </p:spPr>
        <p:txBody>
          <a:bodyPr anchorCtr="0" anchor="t" bIns="46225" lIns="92450" spcFirstLastPara="1" rIns="92450" wrap="square" tIns="46225">
            <a:noAutofit/>
          </a:bodyPr>
          <a:lstStyle/>
          <a:p>
            <a:pPr indent="0" lvl="0" marL="0" rtl="0" algn="l">
              <a:spcBef>
                <a:spcPts val="0"/>
              </a:spcBef>
              <a:spcAft>
                <a:spcPts val="0"/>
              </a:spcAft>
              <a:buNone/>
            </a:pPr>
            <a:r>
              <a:t/>
            </a:r>
            <a:endParaRPr/>
          </a:p>
        </p:txBody>
      </p:sp>
      <p:sp>
        <p:nvSpPr>
          <p:cNvPr id="350" name="Google Shape;350;p29:notes"/>
          <p:cNvSpPr/>
          <p:nvPr>
            <p:ph idx="2" type="sldImg"/>
          </p:nvPr>
        </p:nvSpPr>
        <p:spPr>
          <a:xfrm>
            <a:off x="1166812" y="692150"/>
            <a:ext cx="4618037" cy="346233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p30:notes"/>
          <p:cNvSpPr txBox="1"/>
          <p:nvPr>
            <p:ph idx="1" type="body"/>
          </p:nvPr>
        </p:nvSpPr>
        <p:spPr>
          <a:xfrm>
            <a:off x="695325" y="4384675"/>
            <a:ext cx="5561012" cy="4154487"/>
          </a:xfrm>
          <a:prstGeom prst="rect">
            <a:avLst/>
          </a:prstGeom>
        </p:spPr>
        <p:txBody>
          <a:bodyPr anchorCtr="0" anchor="t" bIns="46225" lIns="92450" spcFirstLastPara="1" rIns="92450" wrap="square" tIns="46225">
            <a:noAutofit/>
          </a:bodyPr>
          <a:lstStyle/>
          <a:p>
            <a:pPr indent="0" lvl="0" marL="0" rtl="0" algn="l">
              <a:spcBef>
                <a:spcPts val="0"/>
              </a:spcBef>
              <a:spcAft>
                <a:spcPts val="0"/>
              </a:spcAft>
              <a:buNone/>
            </a:pPr>
            <a:r>
              <a:t/>
            </a:r>
            <a:endParaRPr/>
          </a:p>
        </p:txBody>
      </p:sp>
      <p:sp>
        <p:nvSpPr>
          <p:cNvPr id="358" name="Google Shape;358;p30:notes"/>
          <p:cNvSpPr/>
          <p:nvPr>
            <p:ph idx="2" type="sldImg"/>
          </p:nvPr>
        </p:nvSpPr>
        <p:spPr>
          <a:xfrm>
            <a:off x="1166812" y="692150"/>
            <a:ext cx="4618037" cy="346233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p31:notes"/>
          <p:cNvSpPr txBox="1"/>
          <p:nvPr>
            <p:ph idx="1" type="body"/>
          </p:nvPr>
        </p:nvSpPr>
        <p:spPr>
          <a:xfrm>
            <a:off x="695325" y="4384675"/>
            <a:ext cx="5561012" cy="4154487"/>
          </a:xfrm>
          <a:prstGeom prst="rect">
            <a:avLst/>
          </a:prstGeom>
        </p:spPr>
        <p:txBody>
          <a:bodyPr anchorCtr="0" anchor="t" bIns="46225" lIns="92450" spcFirstLastPara="1" rIns="92450" wrap="square" tIns="46225">
            <a:noAutofit/>
          </a:bodyPr>
          <a:lstStyle/>
          <a:p>
            <a:pPr indent="0" lvl="0" marL="0" rtl="0" algn="l">
              <a:spcBef>
                <a:spcPts val="0"/>
              </a:spcBef>
              <a:spcAft>
                <a:spcPts val="0"/>
              </a:spcAft>
              <a:buNone/>
            </a:pPr>
            <a:r>
              <a:t/>
            </a:r>
            <a:endParaRPr/>
          </a:p>
        </p:txBody>
      </p:sp>
      <p:sp>
        <p:nvSpPr>
          <p:cNvPr id="366" name="Google Shape;366;p31:notes"/>
          <p:cNvSpPr/>
          <p:nvPr>
            <p:ph idx="2" type="sldImg"/>
          </p:nvPr>
        </p:nvSpPr>
        <p:spPr>
          <a:xfrm>
            <a:off x="1166812" y="692150"/>
            <a:ext cx="4618037" cy="346233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p32:notes"/>
          <p:cNvSpPr txBox="1"/>
          <p:nvPr>
            <p:ph idx="1" type="body"/>
          </p:nvPr>
        </p:nvSpPr>
        <p:spPr>
          <a:xfrm>
            <a:off x="695325" y="4384675"/>
            <a:ext cx="5561012" cy="4154487"/>
          </a:xfrm>
          <a:prstGeom prst="rect">
            <a:avLst/>
          </a:prstGeom>
        </p:spPr>
        <p:txBody>
          <a:bodyPr anchorCtr="0" anchor="t" bIns="46225" lIns="92450" spcFirstLastPara="1" rIns="92450" wrap="square" tIns="46225">
            <a:noAutofit/>
          </a:bodyPr>
          <a:lstStyle/>
          <a:p>
            <a:pPr indent="0" lvl="0" marL="0" rtl="0" algn="l">
              <a:spcBef>
                <a:spcPts val="0"/>
              </a:spcBef>
              <a:spcAft>
                <a:spcPts val="0"/>
              </a:spcAft>
              <a:buNone/>
            </a:pPr>
            <a:r>
              <a:t/>
            </a:r>
            <a:endParaRPr/>
          </a:p>
        </p:txBody>
      </p:sp>
      <p:sp>
        <p:nvSpPr>
          <p:cNvPr id="375" name="Google Shape;375;p32:notes"/>
          <p:cNvSpPr/>
          <p:nvPr>
            <p:ph idx="2" type="sldImg"/>
          </p:nvPr>
        </p:nvSpPr>
        <p:spPr>
          <a:xfrm>
            <a:off x="1166812" y="692150"/>
            <a:ext cx="4618037" cy="346233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 name="Shape 381"/>
        <p:cNvGrpSpPr/>
        <p:nvPr/>
      </p:nvGrpSpPr>
      <p:grpSpPr>
        <a:xfrm>
          <a:off x="0" y="0"/>
          <a:ext cx="0" cy="0"/>
          <a:chOff x="0" y="0"/>
          <a:chExt cx="0" cy="0"/>
        </a:xfrm>
      </p:grpSpPr>
      <p:sp>
        <p:nvSpPr>
          <p:cNvPr id="382" name="Google Shape;382;p33:notes"/>
          <p:cNvSpPr txBox="1"/>
          <p:nvPr>
            <p:ph idx="1" type="body"/>
          </p:nvPr>
        </p:nvSpPr>
        <p:spPr>
          <a:xfrm>
            <a:off x="695325" y="4384675"/>
            <a:ext cx="5561012" cy="4154487"/>
          </a:xfrm>
          <a:prstGeom prst="rect">
            <a:avLst/>
          </a:prstGeom>
        </p:spPr>
        <p:txBody>
          <a:bodyPr anchorCtr="0" anchor="t" bIns="46225" lIns="92450" spcFirstLastPara="1" rIns="92450" wrap="square" tIns="46225">
            <a:noAutofit/>
          </a:bodyPr>
          <a:lstStyle/>
          <a:p>
            <a:pPr indent="0" lvl="0" marL="0" rtl="0" algn="l">
              <a:spcBef>
                <a:spcPts val="0"/>
              </a:spcBef>
              <a:spcAft>
                <a:spcPts val="0"/>
              </a:spcAft>
              <a:buNone/>
            </a:pPr>
            <a:r>
              <a:t/>
            </a:r>
            <a:endParaRPr/>
          </a:p>
        </p:txBody>
      </p:sp>
      <p:sp>
        <p:nvSpPr>
          <p:cNvPr id="383" name="Google Shape;383;p33:notes"/>
          <p:cNvSpPr/>
          <p:nvPr>
            <p:ph idx="2" type="sldImg"/>
          </p:nvPr>
        </p:nvSpPr>
        <p:spPr>
          <a:xfrm>
            <a:off x="1166812" y="692150"/>
            <a:ext cx="4618037" cy="346233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p34:notes"/>
          <p:cNvSpPr txBox="1"/>
          <p:nvPr>
            <p:ph idx="1" type="body"/>
          </p:nvPr>
        </p:nvSpPr>
        <p:spPr>
          <a:xfrm>
            <a:off x="695325" y="4384675"/>
            <a:ext cx="5561012" cy="4154487"/>
          </a:xfrm>
          <a:prstGeom prst="rect">
            <a:avLst/>
          </a:prstGeom>
        </p:spPr>
        <p:txBody>
          <a:bodyPr anchorCtr="0" anchor="t" bIns="46225" lIns="92450" spcFirstLastPara="1" rIns="92450" wrap="square" tIns="46225">
            <a:noAutofit/>
          </a:bodyPr>
          <a:lstStyle/>
          <a:p>
            <a:pPr indent="0" lvl="0" marL="0" rtl="0" algn="l">
              <a:spcBef>
                <a:spcPts val="0"/>
              </a:spcBef>
              <a:spcAft>
                <a:spcPts val="0"/>
              </a:spcAft>
              <a:buNone/>
            </a:pPr>
            <a:r>
              <a:t/>
            </a:r>
            <a:endParaRPr/>
          </a:p>
        </p:txBody>
      </p:sp>
      <p:sp>
        <p:nvSpPr>
          <p:cNvPr id="392" name="Google Shape;392;p34:notes"/>
          <p:cNvSpPr/>
          <p:nvPr>
            <p:ph idx="2" type="sldImg"/>
          </p:nvPr>
        </p:nvSpPr>
        <p:spPr>
          <a:xfrm>
            <a:off x="1166812" y="692150"/>
            <a:ext cx="4618037" cy="346233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 name="Shape 398"/>
        <p:cNvGrpSpPr/>
        <p:nvPr/>
      </p:nvGrpSpPr>
      <p:grpSpPr>
        <a:xfrm>
          <a:off x="0" y="0"/>
          <a:ext cx="0" cy="0"/>
          <a:chOff x="0" y="0"/>
          <a:chExt cx="0" cy="0"/>
        </a:xfrm>
      </p:grpSpPr>
      <p:sp>
        <p:nvSpPr>
          <p:cNvPr id="399" name="Google Shape;399;p35:notes"/>
          <p:cNvSpPr txBox="1"/>
          <p:nvPr>
            <p:ph idx="1" type="body"/>
          </p:nvPr>
        </p:nvSpPr>
        <p:spPr>
          <a:xfrm>
            <a:off x="695325" y="4384675"/>
            <a:ext cx="5561012" cy="4154487"/>
          </a:xfrm>
          <a:prstGeom prst="rect">
            <a:avLst/>
          </a:prstGeom>
        </p:spPr>
        <p:txBody>
          <a:bodyPr anchorCtr="0" anchor="t" bIns="46225" lIns="92450" spcFirstLastPara="1" rIns="92450" wrap="square" tIns="46225">
            <a:noAutofit/>
          </a:bodyPr>
          <a:lstStyle/>
          <a:p>
            <a:pPr indent="0" lvl="0" marL="0" rtl="0" algn="l">
              <a:spcBef>
                <a:spcPts val="0"/>
              </a:spcBef>
              <a:spcAft>
                <a:spcPts val="0"/>
              </a:spcAft>
              <a:buNone/>
            </a:pPr>
            <a:r>
              <a:t/>
            </a:r>
            <a:endParaRPr/>
          </a:p>
        </p:txBody>
      </p:sp>
      <p:sp>
        <p:nvSpPr>
          <p:cNvPr id="400" name="Google Shape;400;p35:notes"/>
          <p:cNvSpPr/>
          <p:nvPr>
            <p:ph idx="2" type="sldImg"/>
          </p:nvPr>
        </p:nvSpPr>
        <p:spPr>
          <a:xfrm>
            <a:off x="1166812" y="692150"/>
            <a:ext cx="4618037" cy="346233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6" name="Shape 406"/>
        <p:cNvGrpSpPr/>
        <p:nvPr/>
      </p:nvGrpSpPr>
      <p:grpSpPr>
        <a:xfrm>
          <a:off x="0" y="0"/>
          <a:ext cx="0" cy="0"/>
          <a:chOff x="0" y="0"/>
          <a:chExt cx="0" cy="0"/>
        </a:xfrm>
      </p:grpSpPr>
      <p:sp>
        <p:nvSpPr>
          <p:cNvPr id="407" name="Google Shape;407;p36:notes"/>
          <p:cNvSpPr txBox="1"/>
          <p:nvPr>
            <p:ph idx="1" type="body"/>
          </p:nvPr>
        </p:nvSpPr>
        <p:spPr>
          <a:xfrm>
            <a:off x="695325" y="4384675"/>
            <a:ext cx="5561012" cy="4154487"/>
          </a:xfrm>
          <a:prstGeom prst="rect">
            <a:avLst/>
          </a:prstGeom>
        </p:spPr>
        <p:txBody>
          <a:bodyPr anchorCtr="0" anchor="t" bIns="46225" lIns="92450" spcFirstLastPara="1" rIns="92450" wrap="square" tIns="46225">
            <a:noAutofit/>
          </a:bodyPr>
          <a:lstStyle/>
          <a:p>
            <a:pPr indent="0" lvl="0" marL="0" rtl="0" algn="l">
              <a:spcBef>
                <a:spcPts val="0"/>
              </a:spcBef>
              <a:spcAft>
                <a:spcPts val="0"/>
              </a:spcAft>
              <a:buNone/>
            </a:pPr>
            <a:r>
              <a:t/>
            </a:r>
            <a:endParaRPr/>
          </a:p>
        </p:txBody>
      </p:sp>
      <p:sp>
        <p:nvSpPr>
          <p:cNvPr id="408" name="Google Shape;408;p36:notes"/>
          <p:cNvSpPr/>
          <p:nvPr>
            <p:ph idx="2" type="sldImg"/>
          </p:nvPr>
        </p:nvSpPr>
        <p:spPr>
          <a:xfrm>
            <a:off x="1166812" y="692150"/>
            <a:ext cx="4618037" cy="346233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p37:notes"/>
          <p:cNvSpPr txBox="1"/>
          <p:nvPr>
            <p:ph idx="1" type="body"/>
          </p:nvPr>
        </p:nvSpPr>
        <p:spPr>
          <a:xfrm>
            <a:off x="695325" y="4384675"/>
            <a:ext cx="5561012" cy="4154487"/>
          </a:xfrm>
          <a:prstGeom prst="rect">
            <a:avLst/>
          </a:prstGeom>
        </p:spPr>
        <p:txBody>
          <a:bodyPr anchorCtr="0" anchor="t" bIns="46225" lIns="92450" spcFirstLastPara="1" rIns="92450" wrap="square" tIns="46225">
            <a:noAutofit/>
          </a:bodyPr>
          <a:lstStyle/>
          <a:p>
            <a:pPr indent="0" lvl="0" marL="0" rtl="0" algn="l">
              <a:spcBef>
                <a:spcPts val="0"/>
              </a:spcBef>
              <a:spcAft>
                <a:spcPts val="0"/>
              </a:spcAft>
              <a:buNone/>
            </a:pPr>
            <a:r>
              <a:t/>
            </a:r>
            <a:endParaRPr/>
          </a:p>
        </p:txBody>
      </p:sp>
      <p:sp>
        <p:nvSpPr>
          <p:cNvPr id="416" name="Google Shape;416;p37:notes"/>
          <p:cNvSpPr/>
          <p:nvPr>
            <p:ph idx="2" type="sldImg"/>
          </p:nvPr>
        </p:nvSpPr>
        <p:spPr>
          <a:xfrm>
            <a:off x="1166812" y="692150"/>
            <a:ext cx="4618037" cy="346233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2" name="Shape 422"/>
        <p:cNvGrpSpPr/>
        <p:nvPr/>
      </p:nvGrpSpPr>
      <p:grpSpPr>
        <a:xfrm>
          <a:off x="0" y="0"/>
          <a:ext cx="0" cy="0"/>
          <a:chOff x="0" y="0"/>
          <a:chExt cx="0" cy="0"/>
        </a:xfrm>
      </p:grpSpPr>
      <p:sp>
        <p:nvSpPr>
          <p:cNvPr id="423" name="Google Shape;423;p38:notes"/>
          <p:cNvSpPr txBox="1"/>
          <p:nvPr>
            <p:ph idx="1" type="body"/>
          </p:nvPr>
        </p:nvSpPr>
        <p:spPr>
          <a:xfrm>
            <a:off x="695325" y="4384675"/>
            <a:ext cx="5561012" cy="4154487"/>
          </a:xfrm>
          <a:prstGeom prst="rect">
            <a:avLst/>
          </a:prstGeom>
        </p:spPr>
        <p:txBody>
          <a:bodyPr anchorCtr="0" anchor="t" bIns="46225" lIns="92450" spcFirstLastPara="1" rIns="92450" wrap="square" tIns="46225">
            <a:noAutofit/>
          </a:bodyPr>
          <a:lstStyle/>
          <a:p>
            <a:pPr indent="0" lvl="0" marL="0" rtl="0" algn="l">
              <a:spcBef>
                <a:spcPts val="0"/>
              </a:spcBef>
              <a:spcAft>
                <a:spcPts val="0"/>
              </a:spcAft>
              <a:buNone/>
            </a:pPr>
            <a:r>
              <a:t/>
            </a:r>
            <a:endParaRPr/>
          </a:p>
        </p:txBody>
      </p:sp>
      <p:sp>
        <p:nvSpPr>
          <p:cNvPr id="424" name="Google Shape;424;p38:notes"/>
          <p:cNvSpPr/>
          <p:nvPr>
            <p:ph idx="2" type="sldImg"/>
          </p:nvPr>
        </p:nvSpPr>
        <p:spPr>
          <a:xfrm>
            <a:off x="1166812" y="692150"/>
            <a:ext cx="4618037" cy="346233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0" name="Shape 430"/>
        <p:cNvGrpSpPr/>
        <p:nvPr/>
      </p:nvGrpSpPr>
      <p:grpSpPr>
        <a:xfrm>
          <a:off x="0" y="0"/>
          <a:ext cx="0" cy="0"/>
          <a:chOff x="0" y="0"/>
          <a:chExt cx="0" cy="0"/>
        </a:xfrm>
      </p:grpSpPr>
      <p:sp>
        <p:nvSpPr>
          <p:cNvPr id="431" name="Google Shape;431;p39:notes"/>
          <p:cNvSpPr txBox="1"/>
          <p:nvPr>
            <p:ph idx="1" type="body"/>
          </p:nvPr>
        </p:nvSpPr>
        <p:spPr>
          <a:xfrm>
            <a:off x="695325" y="4384675"/>
            <a:ext cx="5561012" cy="4154487"/>
          </a:xfrm>
          <a:prstGeom prst="rect">
            <a:avLst/>
          </a:prstGeom>
        </p:spPr>
        <p:txBody>
          <a:bodyPr anchorCtr="0" anchor="t" bIns="46225" lIns="92450" spcFirstLastPara="1" rIns="92450" wrap="square" tIns="46225">
            <a:noAutofit/>
          </a:bodyPr>
          <a:lstStyle/>
          <a:p>
            <a:pPr indent="0" lvl="0" marL="0" rtl="0" algn="l">
              <a:spcBef>
                <a:spcPts val="0"/>
              </a:spcBef>
              <a:spcAft>
                <a:spcPts val="0"/>
              </a:spcAft>
              <a:buNone/>
            </a:pPr>
            <a:r>
              <a:t/>
            </a:r>
            <a:endParaRPr/>
          </a:p>
        </p:txBody>
      </p:sp>
      <p:sp>
        <p:nvSpPr>
          <p:cNvPr id="432" name="Google Shape;432;p39:notes"/>
          <p:cNvSpPr/>
          <p:nvPr>
            <p:ph idx="2" type="sldImg"/>
          </p:nvPr>
        </p:nvSpPr>
        <p:spPr>
          <a:xfrm>
            <a:off x="1166812" y="692150"/>
            <a:ext cx="4618037" cy="346233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p40:notes"/>
          <p:cNvSpPr txBox="1"/>
          <p:nvPr>
            <p:ph idx="1" type="body"/>
          </p:nvPr>
        </p:nvSpPr>
        <p:spPr>
          <a:xfrm>
            <a:off x="695325" y="4384675"/>
            <a:ext cx="5561012" cy="4154487"/>
          </a:xfrm>
          <a:prstGeom prst="rect">
            <a:avLst/>
          </a:prstGeom>
        </p:spPr>
        <p:txBody>
          <a:bodyPr anchorCtr="0" anchor="t" bIns="46225" lIns="92450" spcFirstLastPara="1" rIns="92450" wrap="square" tIns="46225">
            <a:noAutofit/>
          </a:bodyPr>
          <a:lstStyle/>
          <a:p>
            <a:pPr indent="0" lvl="0" marL="0" rtl="0" algn="l">
              <a:spcBef>
                <a:spcPts val="0"/>
              </a:spcBef>
              <a:spcAft>
                <a:spcPts val="0"/>
              </a:spcAft>
              <a:buNone/>
            </a:pPr>
            <a:r>
              <a:t/>
            </a:r>
            <a:endParaRPr/>
          </a:p>
        </p:txBody>
      </p:sp>
      <p:sp>
        <p:nvSpPr>
          <p:cNvPr id="441" name="Google Shape;441;p40:notes"/>
          <p:cNvSpPr/>
          <p:nvPr>
            <p:ph idx="2" type="sldImg"/>
          </p:nvPr>
        </p:nvSpPr>
        <p:spPr>
          <a:xfrm>
            <a:off x="1166812" y="692150"/>
            <a:ext cx="4618037" cy="346233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7" name="Shape 447"/>
        <p:cNvGrpSpPr/>
        <p:nvPr/>
      </p:nvGrpSpPr>
      <p:grpSpPr>
        <a:xfrm>
          <a:off x="0" y="0"/>
          <a:ext cx="0" cy="0"/>
          <a:chOff x="0" y="0"/>
          <a:chExt cx="0" cy="0"/>
        </a:xfrm>
      </p:grpSpPr>
      <p:sp>
        <p:nvSpPr>
          <p:cNvPr id="448" name="Google Shape;448;p41:notes"/>
          <p:cNvSpPr txBox="1"/>
          <p:nvPr>
            <p:ph idx="1" type="body"/>
          </p:nvPr>
        </p:nvSpPr>
        <p:spPr>
          <a:xfrm>
            <a:off x="695325" y="4384675"/>
            <a:ext cx="5561012" cy="4154487"/>
          </a:xfrm>
          <a:prstGeom prst="rect">
            <a:avLst/>
          </a:prstGeom>
        </p:spPr>
        <p:txBody>
          <a:bodyPr anchorCtr="0" anchor="t" bIns="46225" lIns="92450" spcFirstLastPara="1" rIns="92450" wrap="square" tIns="46225">
            <a:noAutofit/>
          </a:bodyPr>
          <a:lstStyle/>
          <a:p>
            <a:pPr indent="0" lvl="0" marL="0" rtl="0" algn="l">
              <a:spcBef>
                <a:spcPts val="0"/>
              </a:spcBef>
              <a:spcAft>
                <a:spcPts val="0"/>
              </a:spcAft>
              <a:buNone/>
            </a:pPr>
            <a:r>
              <a:t/>
            </a:r>
            <a:endParaRPr/>
          </a:p>
        </p:txBody>
      </p:sp>
      <p:sp>
        <p:nvSpPr>
          <p:cNvPr id="449" name="Google Shape;449;p41:notes"/>
          <p:cNvSpPr/>
          <p:nvPr>
            <p:ph idx="2" type="sldImg"/>
          </p:nvPr>
        </p:nvSpPr>
        <p:spPr>
          <a:xfrm>
            <a:off x="1166812" y="692150"/>
            <a:ext cx="4618037" cy="346233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5" name="Shape 455"/>
        <p:cNvGrpSpPr/>
        <p:nvPr/>
      </p:nvGrpSpPr>
      <p:grpSpPr>
        <a:xfrm>
          <a:off x="0" y="0"/>
          <a:ext cx="0" cy="0"/>
          <a:chOff x="0" y="0"/>
          <a:chExt cx="0" cy="0"/>
        </a:xfrm>
      </p:grpSpPr>
      <p:sp>
        <p:nvSpPr>
          <p:cNvPr id="456" name="Google Shape;456;p42:notes"/>
          <p:cNvSpPr txBox="1"/>
          <p:nvPr>
            <p:ph idx="1" type="body"/>
          </p:nvPr>
        </p:nvSpPr>
        <p:spPr>
          <a:xfrm>
            <a:off x="695325" y="4384675"/>
            <a:ext cx="5561012" cy="4154487"/>
          </a:xfrm>
          <a:prstGeom prst="rect">
            <a:avLst/>
          </a:prstGeom>
        </p:spPr>
        <p:txBody>
          <a:bodyPr anchorCtr="0" anchor="t" bIns="46225" lIns="92450" spcFirstLastPara="1" rIns="92450" wrap="square" tIns="46225">
            <a:noAutofit/>
          </a:bodyPr>
          <a:lstStyle/>
          <a:p>
            <a:pPr indent="0" lvl="0" marL="0" rtl="0" algn="l">
              <a:spcBef>
                <a:spcPts val="0"/>
              </a:spcBef>
              <a:spcAft>
                <a:spcPts val="0"/>
              </a:spcAft>
              <a:buNone/>
            </a:pPr>
            <a:r>
              <a:t/>
            </a:r>
            <a:endParaRPr/>
          </a:p>
        </p:txBody>
      </p:sp>
      <p:sp>
        <p:nvSpPr>
          <p:cNvPr id="457" name="Google Shape;457;p42:notes"/>
          <p:cNvSpPr/>
          <p:nvPr>
            <p:ph idx="2" type="sldImg"/>
          </p:nvPr>
        </p:nvSpPr>
        <p:spPr>
          <a:xfrm>
            <a:off x="1166812" y="692150"/>
            <a:ext cx="4618037" cy="346233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3" name="Shape 463"/>
        <p:cNvGrpSpPr/>
        <p:nvPr/>
      </p:nvGrpSpPr>
      <p:grpSpPr>
        <a:xfrm>
          <a:off x="0" y="0"/>
          <a:ext cx="0" cy="0"/>
          <a:chOff x="0" y="0"/>
          <a:chExt cx="0" cy="0"/>
        </a:xfrm>
      </p:grpSpPr>
      <p:sp>
        <p:nvSpPr>
          <p:cNvPr id="464" name="Google Shape;464;p43:notes"/>
          <p:cNvSpPr txBox="1"/>
          <p:nvPr>
            <p:ph idx="1" type="body"/>
          </p:nvPr>
        </p:nvSpPr>
        <p:spPr>
          <a:xfrm>
            <a:off x="695325" y="4384675"/>
            <a:ext cx="5561012" cy="4154487"/>
          </a:xfrm>
          <a:prstGeom prst="rect">
            <a:avLst/>
          </a:prstGeom>
        </p:spPr>
        <p:txBody>
          <a:bodyPr anchorCtr="0" anchor="t" bIns="46225" lIns="92450" spcFirstLastPara="1" rIns="92450" wrap="square" tIns="46225">
            <a:noAutofit/>
          </a:bodyPr>
          <a:lstStyle/>
          <a:p>
            <a:pPr indent="0" lvl="0" marL="0" rtl="0" algn="l">
              <a:spcBef>
                <a:spcPts val="0"/>
              </a:spcBef>
              <a:spcAft>
                <a:spcPts val="0"/>
              </a:spcAft>
              <a:buNone/>
            </a:pPr>
            <a:r>
              <a:t/>
            </a:r>
            <a:endParaRPr/>
          </a:p>
        </p:txBody>
      </p:sp>
      <p:sp>
        <p:nvSpPr>
          <p:cNvPr id="465" name="Google Shape;465;p43:notes"/>
          <p:cNvSpPr/>
          <p:nvPr>
            <p:ph idx="2" type="sldImg"/>
          </p:nvPr>
        </p:nvSpPr>
        <p:spPr>
          <a:xfrm>
            <a:off x="1166812" y="692150"/>
            <a:ext cx="4618037" cy="346233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1" name="Shape 471"/>
        <p:cNvGrpSpPr/>
        <p:nvPr/>
      </p:nvGrpSpPr>
      <p:grpSpPr>
        <a:xfrm>
          <a:off x="0" y="0"/>
          <a:ext cx="0" cy="0"/>
          <a:chOff x="0" y="0"/>
          <a:chExt cx="0" cy="0"/>
        </a:xfrm>
      </p:grpSpPr>
      <p:sp>
        <p:nvSpPr>
          <p:cNvPr id="472" name="Google Shape;472;p44:notes"/>
          <p:cNvSpPr txBox="1"/>
          <p:nvPr>
            <p:ph idx="1" type="body"/>
          </p:nvPr>
        </p:nvSpPr>
        <p:spPr>
          <a:xfrm>
            <a:off x="695325" y="4384675"/>
            <a:ext cx="5561012" cy="4154487"/>
          </a:xfrm>
          <a:prstGeom prst="rect">
            <a:avLst/>
          </a:prstGeom>
        </p:spPr>
        <p:txBody>
          <a:bodyPr anchorCtr="0" anchor="t" bIns="46225" lIns="92450" spcFirstLastPara="1" rIns="92450" wrap="square" tIns="46225">
            <a:noAutofit/>
          </a:bodyPr>
          <a:lstStyle/>
          <a:p>
            <a:pPr indent="0" lvl="0" marL="0" rtl="0" algn="l">
              <a:spcBef>
                <a:spcPts val="0"/>
              </a:spcBef>
              <a:spcAft>
                <a:spcPts val="0"/>
              </a:spcAft>
              <a:buNone/>
            </a:pPr>
            <a:r>
              <a:t/>
            </a:r>
            <a:endParaRPr/>
          </a:p>
        </p:txBody>
      </p:sp>
      <p:sp>
        <p:nvSpPr>
          <p:cNvPr id="473" name="Google Shape;473;p44:notes"/>
          <p:cNvSpPr/>
          <p:nvPr>
            <p:ph idx="2" type="sldImg"/>
          </p:nvPr>
        </p:nvSpPr>
        <p:spPr>
          <a:xfrm>
            <a:off x="1166812" y="692150"/>
            <a:ext cx="4618037" cy="346233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 name="Shape 479"/>
        <p:cNvGrpSpPr/>
        <p:nvPr/>
      </p:nvGrpSpPr>
      <p:grpSpPr>
        <a:xfrm>
          <a:off x="0" y="0"/>
          <a:ext cx="0" cy="0"/>
          <a:chOff x="0" y="0"/>
          <a:chExt cx="0" cy="0"/>
        </a:xfrm>
      </p:grpSpPr>
      <p:sp>
        <p:nvSpPr>
          <p:cNvPr id="480" name="Google Shape;480;p45:notes"/>
          <p:cNvSpPr txBox="1"/>
          <p:nvPr>
            <p:ph idx="1" type="body"/>
          </p:nvPr>
        </p:nvSpPr>
        <p:spPr>
          <a:xfrm>
            <a:off x="695325" y="4384675"/>
            <a:ext cx="5561012" cy="4154487"/>
          </a:xfrm>
          <a:prstGeom prst="rect">
            <a:avLst/>
          </a:prstGeom>
        </p:spPr>
        <p:txBody>
          <a:bodyPr anchorCtr="0" anchor="t" bIns="46225" lIns="92450" spcFirstLastPara="1" rIns="92450" wrap="square" tIns="46225">
            <a:noAutofit/>
          </a:bodyPr>
          <a:lstStyle/>
          <a:p>
            <a:pPr indent="0" lvl="0" marL="0" rtl="0" algn="l">
              <a:spcBef>
                <a:spcPts val="0"/>
              </a:spcBef>
              <a:spcAft>
                <a:spcPts val="0"/>
              </a:spcAft>
              <a:buNone/>
            </a:pPr>
            <a:r>
              <a:t/>
            </a:r>
            <a:endParaRPr/>
          </a:p>
        </p:txBody>
      </p:sp>
      <p:sp>
        <p:nvSpPr>
          <p:cNvPr id="481" name="Google Shape;481;p45:notes"/>
          <p:cNvSpPr/>
          <p:nvPr>
            <p:ph idx="2" type="sldImg"/>
          </p:nvPr>
        </p:nvSpPr>
        <p:spPr>
          <a:xfrm>
            <a:off x="1166812" y="692150"/>
            <a:ext cx="4618037" cy="346233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8" name="Shape 488"/>
        <p:cNvGrpSpPr/>
        <p:nvPr/>
      </p:nvGrpSpPr>
      <p:grpSpPr>
        <a:xfrm>
          <a:off x="0" y="0"/>
          <a:ext cx="0" cy="0"/>
          <a:chOff x="0" y="0"/>
          <a:chExt cx="0" cy="0"/>
        </a:xfrm>
      </p:grpSpPr>
      <p:sp>
        <p:nvSpPr>
          <p:cNvPr id="489" name="Google Shape;489;p46:notes"/>
          <p:cNvSpPr txBox="1"/>
          <p:nvPr>
            <p:ph idx="1" type="body"/>
          </p:nvPr>
        </p:nvSpPr>
        <p:spPr>
          <a:xfrm>
            <a:off x="695325" y="4384675"/>
            <a:ext cx="5561012" cy="4154487"/>
          </a:xfrm>
          <a:prstGeom prst="rect">
            <a:avLst/>
          </a:prstGeom>
        </p:spPr>
        <p:txBody>
          <a:bodyPr anchorCtr="0" anchor="t" bIns="46225" lIns="92450" spcFirstLastPara="1" rIns="92450" wrap="square" tIns="46225">
            <a:noAutofit/>
          </a:bodyPr>
          <a:lstStyle/>
          <a:p>
            <a:pPr indent="0" lvl="0" marL="0" rtl="0" algn="l">
              <a:spcBef>
                <a:spcPts val="0"/>
              </a:spcBef>
              <a:spcAft>
                <a:spcPts val="0"/>
              </a:spcAft>
              <a:buNone/>
            </a:pPr>
            <a:r>
              <a:t/>
            </a:r>
            <a:endParaRPr/>
          </a:p>
        </p:txBody>
      </p:sp>
      <p:sp>
        <p:nvSpPr>
          <p:cNvPr id="490" name="Google Shape;490;p46:notes"/>
          <p:cNvSpPr/>
          <p:nvPr>
            <p:ph idx="2" type="sldImg"/>
          </p:nvPr>
        </p:nvSpPr>
        <p:spPr>
          <a:xfrm>
            <a:off x="1166812" y="692150"/>
            <a:ext cx="4618037" cy="346233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7" name="Shape 497"/>
        <p:cNvGrpSpPr/>
        <p:nvPr/>
      </p:nvGrpSpPr>
      <p:grpSpPr>
        <a:xfrm>
          <a:off x="0" y="0"/>
          <a:ext cx="0" cy="0"/>
          <a:chOff x="0" y="0"/>
          <a:chExt cx="0" cy="0"/>
        </a:xfrm>
      </p:grpSpPr>
      <p:sp>
        <p:nvSpPr>
          <p:cNvPr id="498" name="Google Shape;498;p47:notes"/>
          <p:cNvSpPr txBox="1"/>
          <p:nvPr>
            <p:ph idx="1" type="body"/>
          </p:nvPr>
        </p:nvSpPr>
        <p:spPr>
          <a:xfrm>
            <a:off x="695325" y="4384675"/>
            <a:ext cx="5561012" cy="4154487"/>
          </a:xfrm>
          <a:prstGeom prst="rect">
            <a:avLst/>
          </a:prstGeom>
        </p:spPr>
        <p:txBody>
          <a:bodyPr anchorCtr="0" anchor="t" bIns="46225" lIns="92450" spcFirstLastPara="1" rIns="92450" wrap="square" tIns="46225">
            <a:noAutofit/>
          </a:bodyPr>
          <a:lstStyle/>
          <a:p>
            <a:pPr indent="0" lvl="0" marL="0" rtl="0" algn="l">
              <a:spcBef>
                <a:spcPts val="0"/>
              </a:spcBef>
              <a:spcAft>
                <a:spcPts val="0"/>
              </a:spcAft>
              <a:buNone/>
            </a:pPr>
            <a:r>
              <a:t/>
            </a:r>
            <a:endParaRPr/>
          </a:p>
        </p:txBody>
      </p:sp>
      <p:sp>
        <p:nvSpPr>
          <p:cNvPr id="499" name="Google Shape;499;p47:notes"/>
          <p:cNvSpPr/>
          <p:nvPr>
            <p:ph idx="2" type="sldImg"/>
          </p:nvPr>
        </p:nvSpPr>
        <p:spPr>
          <a:xfrm>
            <a:off x="1166812" y="692150"/>
            <a:ext cx="4618037" cy="346233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6" name="Shape 506"/>
        <p:cNvGrpSpPr/>
        <p:nvPr/>
      </p:nvGrpSpPr>
      <p:grpSpPr>
        <a:xfrm>
          <a:off x="0" y="0"/>
          <a:ext cx="0" cy="0"/>
          <a:chOff x="0" y="0"/>
          <a:chExt cx="0" cy="0"/>
        </a:xfrm>
      </p:grpSpPr>
      <p:sp>
        <p:nvSpPr>
          <p:cNvPr id="507" name="Google Shape;507;p48:notes"/>
          <p:cNvSpPr txBox="1"/>
          <p:nvPr>
            <p:ph idx="1" type="body"/>
          </p:nvPr>
        </p:nvSpPr>
        <p:spPr>
          <a:xfrm>
            <a:off x="695325" y="4384675"/>
            <a:ext cx="5561012" cy="4154487"/>
          </a:xfrm>
          <a:prstGeom prst="rect">
            <a:avLst/>
          </a:prstGeom>
        </p:spPr>
        <p:txBody>
          <a:bodyPr anchorCtr="0" anchor="t" bIns="46225" lIns="92450" spcFirstLastPara="1" rIns="92450" wrap="square" tIns="46225">
            <a:noAutofit/>
          </a:bodyPr>
          <a:lstStyle/>
          <a:p>
            <a:pPr indent="0" lvl="0" marL="0" rtl="0" algn="l">
              <a:spcBef>
                <a:spcPts val="0"/>
              </a:spcBef>
              <a:spcAft>
                <a:spcPts val="0"/>
              </a:spcAft>
              <a:buNone/>
            </a:pPr>
            <a:r>
              <a:t/>
            </a:r>
            <a:endParaRPr/>
          </a:p>
        </p:txBody>
      </p:sp>
      <p:sp>
        <p:nvSpPr>
          <p:cNvPr id="508" name="Google Shape;508;p48:notes"/>
          <p:cNvSpPr/>
          <p:nvPr>
            <p:ph idx="2" type="sldImg"/>
          </p:nvPr>
        </p:nvSpPr>
        <p:spPr>
          <a:xfrm>
            <a:off x="1166812" y="692150"/>
            <a:ext cx="4618037" cy="346233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5" name="Shape 515"/>
        <p:cNvGrpSpPr/>
        <p:nvPr/>
      </p:nvGrpSpPr>
      <p:grpSpPr>
        <a:xfrm>
          <a:off x="0" y="0"/>
          <a:ext cx="0" cy="0"/>
          <a:chOff x="0" y="0"/>
          <a:chExt cx="0" cy="0"/>
        </a:xfrm>
      </p:grpSpPr>
      <p:sp>
        <p:nvSpPr>
          <p:cNvPr id="516" name="Google Shape;516;p49:notes"/>
          <p:cNvSpPr txBox="1"/>
          <p:nvPr>
            <p:ph idx="1" type="body"/>
          </p:nvPr>
        </p:nvSpPr>
        <p:spPr>
          <a:xfrm>
            <a:off x="695325" y="4384675"/>
            <a:ext cx="5561012" cy="4154487"/>
          </a:xfrm>
          <a:prstGeom prst="rect">
            <a:avLst/>
          </a:prstGeom>
        </p:spPr>
        <p:txBody>
          <a:bodyPr anchorCtr="0" anchor="t" bIns="46225" lIns="92450" spcFirstLastPara="1" rIns="92450" wrap="square" tIns="46225">
            <a:noAutofit/>
          </a:bodyPr>
          <a:lstStyle/>
          <a:p>
            <a:pPr indent="0" lvl="0" marL="0" rtl="0" algn="l">
              <a:spcBef>
                <a:spcPts val="0"/>
              </a:spcBef>
              <a:spcAft>
                <a:spcPts val="0"/>
              </a:spcAft>
              <a:buNone/>
            </a:pPr>
            <a:r>
              <a:t/>
            </a:r>
            <a:endParaRPr/>
          </a:p>
        </p:txBody>
      </p:sp>
      <p:sp>
        <p:nvSpPr>
          <p:cNvPr id="517" name="Google Shape;517;p49:notes"/>
          <p:cNvSpPr/>
          <p:nvPr>
            <p:ph idx="2" type="sldImg"/>
          </p:nvPr>
        </p:nvSpPr>
        <p:spPr>
          <a:xfrm>
            <a:off x="1166812" y="692150"/>
            <a:ext cx="4618037" cy="346233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4" name="Shape 524"/>
        <p:cNvGrpSpPr/>
        <p:nvPr/>
      </p:nvGrpSpPr>
      <p:grpSpPr>
        <a:xfrm>
          <a:off x="0" y="0"/>
          <a:ext cx="0" cy="0"/>
          <a:chOff x="0" y="0"/>
          <a:chExt cx="0" cy="0"/>
        </a:xfrm>
      </p:grpSpPr>
      <p:sp>
        <p:nvSpPr>
          <p:cNvPr id="525" name="Google Shape;525;p50:notes"/>
          <p:cNvSpPr txBox="1"/>
          <p:nvPr>
            <p:ph idx="1" type="body"/>
          </p:nvPr>
        </p:nvSpPr>
        <p:spPr>
          <a:xfrm>
            <a:off x="695325" y="4384675"/>
            <a:ext cx="5561012" cy="4154487"/>
          </a:xfrm>
          <a:prstGeom prst="rect">
            <a:avLst/>
          </a:prstGeom>
        </p:spPr>
        <p:txBody>
          <a:bodyPr anchorCtr="0" anchor="t" bIns="46225" lIns="92450" spcFirstLastPara="1" rIns="92450" wrap="square" tIns="46225">
            <a:noAutofit/>
          </a:bodyPr>
          <a:lstStyle/>
          <a:p>
            <a:pPr indent="0" lvl="0" marL="0" rtl="0" algn="l">
              <a:spcBef>
                <a:spcPts val="0"/>
              </a:spcBef>
              <a:spcAft>
                <a:spcPts val="0"/>
              </a:spcAft>
              <a:buNone/>
            </a:pPr>
            <a:r>
              <a:t/>
            </a:r>
            <a:endParaRPr/>
          </a:p>
        </p:txBody>
      </p:sp>
      <p:sp>
        <p:nvSpPr>
          <p:cNvPr id="526" name="Google Shape;526;p50:notes"/>
          <p:cNvSpPr/>
          <p:nvPr>
            <p:ph idx="2" type="sldImg"/>
          </p:nvPr>
        </p:nvSpPr>
        <p:spPr>
          <a:xfrm>
            <a:off x="1166812" y="692150"/>
            <a:ext cx="4618037" cy="346233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3" name="Shape 533"/>
        <p:cNvGrpSpPr/>
        <p:nvPr/>
      </p:nvGrpSpPr>
      <p:grpSpPr>
        <a:xfrm>
          <a:off x="0" y="0"/>
          <a:ext cx="0" cy="0"/>
          <a:chOff x="0" y="0"/>
          <a:chExt cx="0" cy="0"/>
        </a:xfrm>
      </p:grpSpPr>
      <p:sp>
        <p:nvSpPr>
          <p:cNvPr id="534" name="Google Shape;534;p51:notes"/>
          <p:cNvSpPr txBox="1"/>
          <p:nvPr>
            <p:ph idx="1" type="body"/>
          </p:nvPr>
        </p:nvSpPr>
        <p:spPr>
          <a:xfrm>
            <a:off x="695325" y="4384675"/>
            <a:ext cx="5561012" cy="4154487"/>
          </a:xfrm>
          <a:prstGeom prst="rect">
            <a:avLst/>
          </a:prstGeom>
        </p:spPr>
        <p:txBody>
          <a:bodyPr anchorCtr="0" anchor="t" bIns="46225" lIns="92450" spcFirstLastPara="1" rIns="92450" wrap="square" tIns="46225">
            <a:noAutofit/>
          </a:bodyPr>
          <a:lstStyle/>
          <a:p>
            <a:pPr indent="0" lvl="0" marL="0" rtl="0" algn="l">
              <a:spcBef>
                <a:spcPts val="0"/>
              </a:spcBef>
              <a:spcAft>
                <a:spcPts val="0"/>
              </a:spcAft>
              <a:buNone/>
            </a:pPr>
            <a:r>
              <a:t/>
            </a:r>
            <a:endParaRPr/>
          </a:p>
        </p:txBody>
      </p:sp>
      <p:sp>
        <p:nvSpPr>
          <p:cNvPr id="535" name="Google Shape;535;p51:notes"/>
          <p:cNvSpPr/>
          <p:nvPr>
            <p:ph idx="2" type="sldImg"/>
          </p:nvPr>
        </p:nvSpPr>
        <p:spPr>
          <a:xfrm>
            <a:off x="1166812" y="692150"/>
            <a:ext cx="4618037" cy="346233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2" name="Shape 542"/>
        <p:cNvGrpSpPr/>
        <p:nvPr/>
      </p:nvGrpSpPr>
      <p:grpSpPr>
        <a:xfrm>
          <a:off x="0" y="0"/>
          <a:ext cx="0" cy="0"/>
          <a:chOff x="0" y="0"/>
          <a:chExt cx="0" cy="0"/>
        </a:xfrm>
      </p:grpSpPr>
      <p:sp>
        <p:nvSpPr>
          <p:cNvPr id="543" name="Google Shape;543;p52:notes"/>
          <p:cNvSpPr txBox="1"/>
          <p:nvPr>
            <p:ph idx="1" type="body"/>
          </p:nvPr>
        </p:nvSpPr>
        <p:spPr>
          <a:xfrm>
            <a:off x="695325" y="4384675"/>
            <a:ext cx="5561012" cy="4154487"/>
          </a:xfrm>
          <a:prstGeom prst="rect">
            <a:avLst/>
          </a:prstGeom>
        </p:spPr>
        <p:txBody>
          <a:bodyPr anchorCtr="0" anchor="t" bIns="46225" lIns="92450" spcFirstLastPara="1" rIns="92450" wrap="square" tIns="46225">
            <a:noAutofit/>
          </a:bodyPr>
          <a:lstStyle/>
          <a:p>
            <a:pPr indent="0" lvl="0" marL="0" rtl="0" algn="l">
              <a:spcBef>
                <a:spcPts val="0"/>
              </a:spcBef>
              <a:spcAft>
                <a:spcPts val="0"/>
              </a:spcAft>
              <a:buNone/>
            </a:pPr>
            <a:r>
              <a:t/>
            </a:r>
            <a:endParaRPr/>
          </a:p>
        </p:txBody>
      </p:sp>
      <p:sp>
        <p:nvSpPr>
          <p:cNvPr id="544" name="Google Shape;544;p52:notes"/>
          <p:cNvSpPr/>
          <p:nvPr>
            <p:ph idx="2" type="sldImg"/>
          </p:nvPr>
        </p:nvSpPr>
        <p:spPr>
          <a:xfrm>
            <a:off x="1166812" y="692150"/>
            <a:ext cx="4618037" cy="346233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1" name="Shape 551"/>
        <p:cNvGrpSpPr/>
        <p:nvPr/>
      </p:nvGrpSpPr>
      <p:grpSpPr>
        <a:xfrm>
          <a:off x="0" y="0"/>
          <a:ext cx="0" cy="0"/>
          <a:chOff x="0" y="0"/>
          <a:chExt cx="0" cy="0"/>
        </a:xfrm>
      </p:grpSpPr>
      <p:sp>
        <p:nvSpPr>
          <p:cNvPr id="552" name="Google Shape;552;p53:notes"/>
          <p:cNvSpPr txBox="1"/>
          <p:nvPr>
            <p:ph idx="1" type="body"/>
          </p:nvPr>
        </p:nvSpPr>
        <p:spPr>
          <a:xfrm>
            <a:off x="695325" y="4384675"/>
            <a:ext cx="5561012" cy="4154487"/>
          </a:xfrm>
          <a:prstGeom prst="rect">
            <a:avLst/>
          </a:prstGeom>
        </p:spPr>
        <p:txBody>
          <a:bodyPr anchorCtr="0" anchor="t" bIns="46225" lIns="92450" spcFirstLastPara="1" rIns="92450" wrap="square" tIns="46225">
            <a:noAutofit/>
          </a:bodyPr>
          <a:lstStyle/>
          <a:p>
            <a:pPr indent="0" lvl="0" marL="0" rtl="0" algn="l">
              <a:spcBef>
                <a:spcPts val="0"/>
              </a:spcBef>
              <a:spcAft>
                <a:spcPts val="0"/>
              </a:spcAft>
              <a:buNone/>
            </a:pPr>
            <a:r>
              <a:t/>
            </a:r>
            <a:endParaRPr/>
          </a:p>
        </p:txBody>
      </p:sp>
      <p:sp>
        <p:nvSpPr>
          <p:cNvPr id="553" name="Google Shape;553;p53:notes"/>
          <p:cNvSpPr/>
          <p:nvPr>
            <p:ph idx="2" type="sldImg"/>
          </p:nvPr>
        </p:nvSpPr>
        <p:spPr>
          <a:xfrm>
            <a:off x="1166812" y="692150"/>
            <a:ext cx="4618037" cy="346233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0" name="Shape 560"/>
        <p:cNvGrpSpPr/>
        <p:nvPr/>
      </p:nvGrpSpPr>
      <p:grpSpPr>
        <a:xfrm>
          <a:off x="0" y="0"/>
          <a:ext cx="0" cy="0"/>
          <a:chOff x="0" y="0"/>
          <a:chExt cx="0" cy="0"/>
        </a:xfrm>
      </p:grpSpPr>
      <p:sp>
        <p:nvSpPr>
          <p:cNvPr id="561" name="Google Shape;561;p54:notes"/>
          <p:cNvSpPr txBox="1"/>
          <p:nvPr>
            <p:ph idx="1" type="body"/>
          </p:nvPr>
        </p:nvSpPr>
        <p:spPr>
          <a:xfrm>
            <a:off x="695325" y="4384675"/>
            <a:ext cx="5561012" cy="4154487"/>
          </a:xfrm>
          <a:prstGeom prst="rect">
            <a:avLst/>
          </a:prstGeom>
        </p:spPr>
        <p:txBody>
          <a:bodyPr anchorCtr="0" anchor="t" bIns="46225" lIns="92450" spcFirstLastPara="1" rIns="92450" wrap="square" tIns="46225">
            <a:noAutofit/>
          </a:bodyPr>
          <a:lstStyle/>
          <a:p>
            <a:pPr indent="0" lvl="0" marL="0" rtl="0" algn="l">
              <a:spcBef>
                <a:spcPts val="0"/>
              </a:spcBef>
              <a:spcAft>
                <a:spcPts val="0"/>
              </a:spcAft>
              <a:buNone/>
            </a:pPr>
            <a:r>
              <a:t/>
            </a:r>
            <a:endParaRPr/>
          </a:p>
        </p:txBody>
      </p:sp>
      <p:sp>
        <p:nvSpPr>
          <p:cNvPr id="562" name="Google Shape;562;p54:notes"/>
          <p:cNvSpPr/>
          <p:nvPr>
            <p:ph idx="2" type="sldImg"/>
          </p:nvPr>
        </p:nvSpPr>
        <p:spPr>
          <a:xfrm>
            <a:off x="1166812" y="692150"/>
            <a:ext cx="4618037" cy="346233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9" name="Shape 569"/>
        <p:cNvGrpSpPr/>
        <p:nvPr/>
      </p:nvGrpSpPr>
      <p:grpSpPr>
        <a:xfrm>
          <a:off x="0" y="0"/>
          <a:ext cx="0" cy="0"/>
          <a:chOff x="0" y="0"/>
          <a:chExt cx="0" cy="0"/>
        </a:xfrm>
      </p:grpSpPr>
      <p:sp>
        <p:nvSpPr>
          <p:cNvPr id="570" name="Google Shape;570;p55:notes"/>
          <p:cNvSpPr txBox="1"/>
          <p:nvPr>
            <p:ph idx="1" type="body"/>
          </p:nvPr>
        </p:nvSpPr>
        <p:spPr>
          <a:xfrm>
            <a:off x="695325" y="4384675"/>
            <a:ext cx="5561012" cy="4154487"/>
          </a:xfrm>
          <a:prstGeom prst="rect">
            <a:avLst/>
          </a:prstGeom>
        </p:spPr>
        <p:txBody>
          <a:bodyPr anchorCtr="0" anchor="t" bIns="46225" lIns="92450" spcFirstLastPara="1" rIns="92450" wrap="square" tIns="46225">
            <a:noAutofit/>
          </a:bodyPr>
          <a:lstStyle/>
          <a:p>
            <a:pPr indent="0" lvl="0" marL="0" rtl="0" algn="l">
              <a:spcBef>
                <a:spcPts val="0"/>
              </a:spcBef>
              <a:spcAft>
                <a:spcPts val="0"/>
              </a:spcAft>
              <a:buNone/>
            </a:pPr>
            <a:r>
              <a:t/>
            </a:r>
            <a:endParaRPr/>
          </a:p>
        </p:txBody>
      </p:sp>
      <p:sp>
        <p:nvSpPr>
          <p:cNvPr id="571" name="Google Shape;571;p55:notes"/>
          <p:cNvSpPr/>
          <p:nvPr>
            <p:ph idx="2" type="sldImg"/>
          </p:nvPr>
        </p:nvSpPr>
        <p:spPr>
          <a:xfrm>
            <a:off x="1166812" y="692150"/>
            <a:ext cx="4618037" cy="346233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8" name="Shape 578"/>
        <p:cNvGrpSpPr/>
        <p:nvPr/>
      </p:nvGrpSpPr>
      <p:grpSpPr>
        <a:xfrm>
          <a:off x="0" y="0"/>
          <a:ext cx="0" cy="0"/>
          <a:chOff x="0" y="0"/>
          <a:chExt cx="0" cy="0"/>
        </a:xfrm>
      </p:grpSpPr>
      <p:sp>
        <p:nvSpPr>
          <p:cNvPr id="579" name="Google Shape;579;p56:notes"/>
          <p:cNvSpPr txBox="1"/>
          <p:nvPr>
            <p:ph idx="1" type="body"/>
          </p:nvPr>
        </p:nvSpPr>
        <p:spPr>
          <a:xfrm>
            <a:off x="695325" y="4384675"/>
            <a:ext cx="5561012" cy="4154487"/>
          </a:xfrm>
          <a:prstGeom prst="rect">
            <a:avLst/>
          </a:prstGeom>
        </p:spPr>
        <p:txBody>
          <a:bodyPr anchorCtr="0" anchor="t" bIns="46225" lIns="92450" spcFirstLastPara="1" rIns="92450" wrap="square" tIns="46225">
            <a:noAutofit/>
          </a:bodyPr>
          <a:lstStyle/>
          <a:p>
            <a:pPr indent="0" lvl="0" marL="0" rtl="0" algn="l">
              <a:spcBef>
                <a:spcPts val="0"/>
              </a:spcBef>
              <a:spcAft>
                <a:spcPts val="0"/>
              </a:spcAft>
              <a:buNone/>
            </a:pPr>
            <a:r>
              <a:t/>
            </a:r>
            <a:endParaRPr/>
          </a:p>
        </p:txBody>
      </p:sp>
      <p:sp>
        <p:nvSpPr>
          <p:cNvPr id="580" name="Google Shape;580;p56:notes"/>
          <p:cNvSpPr/>
          <p:nvPr>
            <p:ph idx="2" type="sldImg"/>
          </p:nvPr>
        </p:nvSpPr>
        <p:spPr>
          <a:xfrm>
            <a:off x="1166812" y="692150"/>
            <a:ext cx="4618037" cy="346233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7" name="Shape 587"/>
        <p:cNvGrpSpPr/>
        <p:nvPr/>
      </p:nvGrpSpPr>
      <p:grpSpPr>
        <a:xfrm>
          <a:off x="0" y="0"/>
          <a:ext cx="0" cy="0"/>
          <a:chOff x="0" y="0"/>
          <a:chExt cx="0" cy="0"/>
        </a:xfrm>
      </p:grpSpPr>
      <p:sp>
        <p:nvSpPr>
          <p:cNvPr id="588" name="Google Shape;588;p57:notes"/>
          <p:cNvSpPr txBox="1"/>
          <p:nvPr>
            <p:ph idx="1" type="body"/>
          </p:nvPr>
        </p:nvSpPr>
        <p:spPr>
          <a:xfrm>
            <a:off x="695325" y="4384675"/>
            <a:ext cx="5561012" cy="4154487"/>
          </a:xfrm>
          <a:prstGeom prst="rect">
            <a:avLst/>
          </a:prstGeom>
        </p:spPr>
        <p:txBody>
          <a:bodyPr anchorCtr="0" anchor="t" bIns="46225" lIns="92450" spcFirstLastPara="1" rIns="92450" wrap="square" tIns="46225">
            <a:noAutofit/>
          </a:bodyPr>
          <a:lstStyle/>
          <a:p>
            <a:pPr indent="0" lvl="0" marL="0" rtl="0" algn="l">
              <a:spcBef>
                <a:spcPts val="0"/>
              </a:spcBef>
              <a:spcAft>
                <a:spcPts val="0"/>
              </a:spcAft>
              <a:buNone/>
            </a:pPr>
            <a:r>
              <a:t/>
            </a:r>
            <a:endParaRPr/>
          </a:p>
        </p:txBody>
      </p:sp>
      <p:sp>
        <p:nvSpPr>
          <p:cNvPr id="589" name="Google Shape;589;p57:notes"/>
          <p:cNvSpPr/>
          <p:nvPr>
            <p:ph idx="2" type="sldImg"/>
          </p:nvPr>
        </p:nvSpPr>
        <p:spPr>
          <a:xfrm>
            <a:off x="1166812" y="692150"/>
            <a:ext cx="4618037" cy="346233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5" name="Shape 595"/>
        <p:cNvGrpSpPr/>
        <p:nvPr/>
      </p:nvGrpSpPr>
      <p:grpSpPr>
        <a:xfrm>
          <a:off x="0" y="0"/>
          <a:ext cx="0" cy="0"/>
          <a:chOff x="0" y="0"/>
          <a:chExt cx="0" cy="0"/>
        </a:xfrm>
      </p:grpSpPr>
      <p:sp>
        <p:nvSpPr>
          <p:cNvPr id="596" name="Google Shape;596;p58:notes"/>
          <p:cNvSpPr txBox="1"/>
          <p:nvPr>
            <p:ph idx="1" type="body"/>
          </p:nvPr>
        </p:nvSpPr>
        <p:spPr>
          <a:xfrm>
            <a:off x="695325" y="4384675"/>
            <a:ext cx="5561012" cy="4154487"/>
          </a:xfrm>
          <a:prstGeom prst="rect">
            <a:avLst/>
          </a:prstGeom>
        </p:spPr>
        <p:txBody>
          <a:bodyPr anchorCtr="0" anchor="t" bIns="46225" lIns="92450" spcFirstLastPara="1" rIns="92450" wrap="square" tIns="46225">
            <a:noAutofit/>
          </a:bodyPr>
          <a:lstStyle/>
          <a:p>
            <a:pPr indent="0" lvl="0" marL="0" rtl="0" algn="l">
              <a:spcBef>
                <a:spcPts val="0"/>
              </a:spcBef>
              <a:spcAft>
                <a:spcPts val="0"/>
              </a:spcAft>
              <a:buNone/>
            </a:pPr>
            <a:r>
              <a:t/>
            </a:r>
            <a:endParaRPr/>
          </a:p>
        </p:txBody>
      </p:sp>
      <p:sp>
        <p:nvSpPr>
          <p:cNvPr id="597" name="Google Shape;597;p58:notes"/>
          <p:cNvSpPr/>
          <p:nvPr>
            <p:ph idx="2" type="sldImg"/>
          </p:nvPr>
        </p:nvSpPr>
        <p:spPr>
          <a:xfrm>
            <a:off x="1166812" y="692150"/>
            <a:ext cx="4618037" cy="346233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3" name="Shape 603"/>
        <p:cNvGrpSpPr/>
        <p:nvPr/>
      </p:nvGrpSpPr>
      <p:grpSpPr>
        <a:xfrm>
          <a:off x="0" y="0"/>
          <a:ext cx="0" cy="0"/>
          <a:chOff x="0" y="0"/>
          <a:chExt cx="0" cy="0"/>
        </a:xfrm>
      </p:grpSpPr>
      <p:sp>
        <p:nvSpPr>
          <p:cNvPr id="604" name="Google Shape;604;p59:notes"/>
          <p:cNvSpPr txBox="1"/>
          <p:nvPr>
            <p:ph idx="1" type="body"/>
          </p:nvPr>
        </p:nvSpPr>
        <p:spPr>
          <a:xfrm>
            <a:off x="695325" y="4384675"/>
            <a:ext cx="5561012" cy="4154487"/>
          </a:xfrm>
          <a:prstGeom prst="rect">
            <a:avLst/>
          </a:prstGeom>
        </p:spPr>
        <p:txBody>
          <a:bodyPr anchorCtr="0" anchor="t" bIns="46225" lIns="92450" spcFirstLastPara="1" rIns="92450" wrap="square" tIns="46225">
            <a:noAutofit/>
          </a:bodyPr>
          <a:lstStyle/>
          <a:p>
            <a:pPr indent="0" lvl="0" marL="0" rtl="0" algn="l">
              <a:spcBef>
                <a:spcPts val="0"/>
              </a:spcBef>
              <a:spcAft>
                <a:spcPts val="0"/>
              </a:spcAft>
              <a:buNone/>
            </a:pPr>
            <a:r>
              <a:t/>
            </a:r>
            <a:endParaRPr/>
          </a:p>
        </p:txBody>
      </p:sp>
      <p:sp>
        <p:nvSpPr>
          <p:cNvPr id="605" name="Google Shape;605;p59:notes"/>
          <p:cNvSpPr/>
          <p:nvPr>
            <p:ph idx="2" type="sldImg"/>
          </p:nvPr>
        </p:nvSpPr>
        <p:spPr>
          <a:xfrm>
            <a:off x="1166812" y="692150"/>
            <a:ext cx="4618037" cy="346233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1" name="Shape 611"/>
        <p:cNvGrpSpPr/>
        <p:nvPr/>
      </p:nvGrpSpPr>
      <p:grpSpPr>
        <a:xfrm>
          <a:off x="0" y="0"/>
          <a:ext cx="0" cy="0"/>
          <a:chOff x="0" y="0"/>
          <a:chExt cx="0" cy="0"/>
        </a:xfrm>
      </p:grpSpPr>
      <p:sp>
        <p:nvSpPr>
          <p:cNvPr id="612" name="Google Shape;612;p60:notes"/>
          <p:cNvSpPr txBox="1"/>
          <p:nvPr>
            <p:ph idx="1" type="body"/>
          </p:nvPr>
        </p:nvSpPr>
        <p:spPr>
          <a:xfrm>
            <a:off x="695325" y="4384675"/>
            <a:ext cx="5561012" cy="4154487"/>
          </a:xfrm>
          <a:prstGeom prst="rect">
            <a:avLst/>
          </a:prstGeom>
        </p:spPr>
        <p:txBody>
          <a:bodyPr anchorCtr="0" anchor="t" bIns="46225" lIns="92450" spcFirstLastPara="1" rIns="92450" wrap="square" tIns="46225">
            <a:noAutofit/>
          </a:bodyPr>
          <a:lstStyle/>
          <a:p>
            <a:pPr indent="0" lvl="0" marL="0" rtl="0" algn="l">
              <a:spcBef>
                <a:spcPts val="0"/>
              </a:spcBef>
              <a:spcAft>
                <a:spcPts val="0"/>
              </a:spcAft>
              <a:buNone/>
            </a:pPr>
            <a:r>
              <a:t/>
            </a:r>
            <a:endParaRPr/>
          </a:p>
        </p:txBody>
      </p:sp>
      <p:sp>
        <p:nvSpPr>
          <p:cNvPr id="613" name="Google Shape;613;p60:notes"/>
          <p:cNvSpPr/>
          <p:nvPr>
            <p:ph idx="2" type="sldImg"/>
          </p:nvPr>
        </p:nvSpPr>
        <p:spPr>
          <a:xfrm>
            <a:off x="1166812" y="692150"/>
            <a:ext cx="4618037" cy="346233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9" name="Shape 619"/>
        <p:cNvGrpSpPr/>
        <p:nvPr/>
      </p:nvGrpSpPr>
      <p:grpSpPr>
        <a:xfrm>
          <a:off x="0" y="0"/>
          <a:ext cx="0" cy="0"/>
          <a:chOff x="0" y="0"/>
          <a:chExt cx="0" cy="0"/>
        </a:xfrm>
      </p:grpSpPr>
      <p:sp>
        <p:nvSpPr>
          <p:cNvPr id="620" name="Google Shape;620;p61:notes"/>
          <p:cNvSpPr txBox="1"/>
          <p:nvPr>
            <p:ph idx="1" type="body"/>
          </p:nvPr>
        </p:nvSpPr>
        <p:spPr>
          <a:xfrm>
            <a:off x="695325" y="4384675"/>
            <a:ext cx="5561012" cy="4154487"/>
          </a:xfrm>
          <a:prstGeom prst="rect">
            <a:avLst/>
          </a:prstGeom>
        </p:spPr>
        <p:txBody>
          <a:bodyPr anchorCtr="0" anchor="t" bIns="46225" lIns="92450" spcFirstLastPara="1" rIns="92450" wrap="square" tIns="46225">
            <a:noAutofit/>
          </a:bodyPr>
          <a:lstStyle/>
          <a:p>
            <a:pPr indent="0" lvl="0" marL="0" rtl="0" algn="l">
              <a:spcBef>
                <a:spcPts val="0"/>
              </a:spcBef>
              <a:spcAft>
                <a:spcPts val="0"/>
              </a:spcAft>
              <a:buNone/>
            </a:pPr>
            <a:r>
              <a:t/>
            </a:r>
            <a:endParaRPr/>
          </a:p>
        </p:txBody>
      </p:sp>
      <p:sp>
        <p:nvSpPr>
          <p:cNvPr id="621" name="Google Shape;621;p61:notes"/>
          <p:cNvSpPr/>
          <p:nvPr>
            <p:ph idx="2" type="sldImg"/>
          </p:nvPr>
        </p:nvSpPr>
        <p:spPr>
          <a:xfrm>
            <a:off x="1166812" y="692150"/>
            <a:ext cx="4618037" cy="346233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7" name="Shape 627"/>
        <p:cNvGrpSpPr/>
        <p:nvPr/>
      </p:nvGrpSpPr>
      <p:grpSpPr>
        <a:xfrm>
          <a:off x="0" y="0"/>
          <a:ext cx="0" cy="0"/>
          <a:chOff x="0" y="0"/>
          <a:chExt cx="0" cy="0"/>
        </a:xfrm>
      </p:grpSpPr>
      <p:sp>
        <p:nvSpPr>
          <p:cNvPr id="628" name="Google Shape;628;p62:notes"/>
          <p:cNvSpPr txBox="1"/>
          <p:nvPr>
            <p:ph idx="1" type="body"/>
          </p:nvPr>
        </p:nvSpPr>
        <p:spPr>
          <a:xfrm>
            <a:off x="695325" y="4384675"/>
            <a:ext cx="5561012" cy="4154487"/>
          </a:xfrm>
          <a:prstGeom prst="rect">
            <a:avLst/>
          </a:prstGeom>
        </p:spPr>
        <p:txBody>
          <a:bodyPr anchorCtr="0" anchor="t" bIns="46225" lIns="92450" spcFirstLastPara="1" rIns="92450" wrap="square" tIns="46225">
            <a:noAutofit/>
          </a:bodyPr>
          <a:lstStyle/>
          <a:p>
            <a:pPr indent="0" lvl="0" marL="0" rtl="0" algn="l">
              <a:spcBef>
                <a:spcPts val="0"/>
              </a:spcBef>
              <a:spcAft>
                <a:spcPts val="0"/>
              </a:spcAft>
              <a:buNone/>
            </a:pPr>
            <a:r>
              <a:t/>
            </a:r>
            <a:endParaRPr/>
          </a:p>
        </p:txBody>
      </p:sp>
      <p:sp>
        <p:nvSpPr>
          <p:cNvPr id="629" name="Google Shape;629;p62:notes"/>
          <p:cNvSpPr/>
          <p:nvPr>
            <p:ph idx="2" type="sldImg"/>
          </p:nvPr>
        </p:nvSpPr>
        <p:spPr>
          <a:xfrm>
            <a:off x="1166812" y="692150"/>
            <a:ext cx="4618037" cy="346233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5" name="Shape 635"/>
        <p:cNvGrpSpPr/>
        <p:nvPr/>
      </p:nvGrpSpPr>
      <p:grpSpPr>
        <a:xfrm>
          <a:off x="0" y="0"/>
          <a:ext cx="0" cy="0"/>
          <a:chOff x="0" y="0"/>
          <a:chExt cx="0" cy="0"/>
        </a:xfrm>
      </p:grpSpPr>
      <p:sp>
        <p:nvSpPr>
          <p:cNvPr id="636" name="Google Shape;636;p63:notes"/>
          <p:cNvSpPr txBox="1"/>
          <p:nvPr>
            <p:ph idx="1" type="body"/>
          </p:nvPr>
        </p:nvSpPr>
        <p:spPr>
          <a:xfrm>
            <a:off x="695325" y="4384675"/>
            <a:ext cx="5561012" cy="4154487"/>
          </a:xfrm>
          <a:prstGeom prst="rect">
            <a:avLst/>
          </a:prstGeom>
        </p:spPr>
        <p:txBody>
          <a:bodyPr anchorCtr="0" anchor="t" bIns="46225" lIns="92450" spcFirstLastPara="1" rIns="92450" wrap="square" tIns="46225">
            <a:noAutofit/>
          </a:bodyPr>
          <a:lstStyle/>
          <a:p>
            <a:pPr indent="0" lvl="0" marL="0" rtl="0" algn="l">
              <a:spcBef>
                <a:spcPts val="0"/>
              </a:spcBef>
              <a:spcAft>
                <a:spcPts val="0"/>
              </a:spcAft>
              <a:buNone/>
            </a:pPr>
            <a:r>
              <a:t/>
            </a:r>
            <a:endParaRPr/>
          </a:p>
        </p:txBody>
      </p:sp>
      <p:sp>
        <p:nvSpPr>
          <p:cNvPr id="637" name="Google Shape;637;p63:notes"/>
          <p:cNvSpPr/>
          <p:nvPr>
            <p:ph idx="2" type="sldImg"/>
          </p:nvPr>
        </p:nvSpPr>
        <p:spPr>
          <a:xfrm>
            <a:off x="1166812" y="692150"/>
            <a:ext cx="4618037" cy="346233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3" name="Shape 643"/>
        <p:cNvGrpSpPr/>
        <p:nvPr/>
      </p:nvGrpSpPr>
      <p:grpSpPr>
        <a:xfrm>
          <a:off x="0" y="0"/>
          <a:ext cx="0" cy="0"/>
          <a:chOff x="0" y="0"/>
          <a:chExt cx="0" cy="0"/>
        </a:xfrm>
      </p:grpSpPr>
      <p:sp>
        <p:nvSpPr>
          <p:cNvPr id="644" name="Google Shape;644;p64:notes"/>
          <p:cNvSpPr txBox="1"/>
          <p:nvPr>
            <p:ph idx="1" type="body"/>
          </p:nvPr>
        </p:nvSpPr>
        <p:spPr>
          <a:xfrm>
            <a:off x="695325" y="4384675"/>
            <a:ext cx="5561012" cy="4154487"/>
          </a:xfrm>
          <a:prstGeom prst="rect">
            <a:avLst/>
          </a:prstGeom>
        </p:spPr>
        <p:txBody>
          <a:bodyPr anchorCtr="0" anchor="t" bIns="46225" lIns="92450" spcFirstLastPara="1" rIns="92450" wrap="square" tIns="46225">
            <a:noAutofit/>
          </a:bodyPr>
          <a:lstStyle/>
          <a:p>
            <a:pPr indent="0" lvl="0" marL="0" rtl="0" algn="l">
              <a:spcBef>
                <a:spcPts val="0"/>
              </a:spcBef>
              <a:spcAft>
                <a:spcPts val="0"/>
              </a:spcAft>
              <a:buNone/>
            </a:pPr>
            <a:r>
              <a:t/>
            </a:r>
            <a:endParaRPr/>
          </a:p>
        </p:txBody>
      </p:sp>
      <p:sp>
        <p:nvSpPr>
          <p:cNvPr id="645" name="Google Shape;645;p64:notes"/>
          <p:cNvSpPr/>
          <p:nvPr>
            <p:ph idx="2" type="sldImg"/>
          </p:nvPr>
        </p:nvSpPr>
        <p:spPr>
          <a:xfrm>
            <a:off x="1166812" y="692150"/>
            <a:ext cx="4618037" cy="346233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1" name="Shape 651"/>
        <p:cNvGrpSpPr/>
        <p:nvPr/>
      </p:nvGrpSpPr>
      <p:grpSpPr>
        <a:xfrm>
          <a:off x="0" y="0"/>
          <a:ext cx="0" cy="0"/>
          <a:chOff x="0" y="0"/>
          <a:chExt cx="0" cy="0"/>
        </a:xfrm>
      </p:grpSpPr>
      <p:sp>
        <p:nvSpPr>
          <p:cNvPr id="652" name="Google Shape;652;p65:notes"/>
          <p:cNvSpPr txBox="1"/>
          <p:nvPr>
            <p:ph idx="1" type="body"/>
          </p:nvPr>
        </p:nvSpPr>
        <p:spPr>
          <a:xfrm>
            <a:off x="695325" y="4384675"/>
            <a:ext cx="5561012" cy="4154487"/>
          </a:xfrm>
          <a:prstGeom prst="rect">
            <a:avLst/>
          </a:prstGeom>
        </p:spPr>
        <p:txBody>
          <a:bodyPr anchorCtr="0" anchor="t" bIns="46225" lIns="92450" spcFirstLastPara="1" rIns="92450" wrap="square" tIns="46225">
            <a:noAutofit/>
          </a:bodyPr>
          <a:lstStyle/>
          <a:p>
            <a:pPr indent="0" lvl="0" marL="0" rtl="0" algn="l">
              <a:spcBef>
                <a:spcPts val="0"/>
              </a:spcBef>
              <a:spcAft>
                <a:spcPts val="0"/>
              </a:spcAft>
              <a:buNone/>
            </a:pPr>
            <a:r>
              <a:t/>
            </a:r>
            <a:endParaRPr/>
          </a:p>
        </p:txBody>
      </p:sp>
      <p:sp>
        <p:nvSpPr>
          <p:cNvPr id="653" name="Google Shape;653;p65:notes"/>
          <p:cNvSpPr/>
          <p:nvPr>
            <p:ph idx="2" type="sldImg"/>
          </p:nvPr>
        </p:nvSpPr>
        <p:spPr>
          <a:xfrm>
            <a:off x="1166812" y="692150"/>
            <a:ext cx="4618037" cy="346233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9" name="Shape 659"/>
        <p:cNvGrpSpPr/>
        <p:nvPr/>
      </p:nvGrpSpPr>
      <p:grpSpPr>
        <a:xfrm>
          <a:off x="0" y="0"/>
          <a:ext cx="0" cy="0"/>
          <a:chOff x="0" y="0"/>
          <a:chExt cx="0" cy="0"/>
        </a:xfrm>
      </p:grpSpPr>
      <p:sp>
        <p:nvSpPr>
          <p:cNvPr id="660" name="Google Shape;660;p66:notes"/>
          <p:cNvSpPr txBox="1"/>
          <p:nvPr>
            <p:ph idx="1" type="body"/>
          </p:nvPr>
        </p:nvSpPr>
        <p:spPr>
          <a:xfrm>
            <a:off x="695325" y="4384675"/>
            <a:ext cx="5561012" cy="4154487"/>
          </a:xfrm>
          <a:prstGeom prst="rect">
            <a:avLst/>
          </a:prstGeom>
        </p:spPr>
        <p:txBody>
          <a:bodyPr anchorCtr="0" anchor="t" bIns="46225" lIns="92450" spcFirstLastPara="1" rIns="92450" wrap="square" tIns="46225">
            <a:noAutofit/>
          </a:bodyPr>
          <a:lstStyle/>
          <a:p>
            <a:pPr indent="0" lvl="0" marL="0" rtl="0" algn="l">
              <a:spcBef>
                <a:spcPts val="0"/>
              </a:spcBef>
              <a:spcAft>
                <a:spcPts val="0"/>
              </a:spcAft>
              <a:buNone/>
            </a:pPr>
            <a:r>
              <a:t/>
            </a:r>
            <a:endParaRPr/>
          </a:p>
        </p:txBody>
      </p:sp>
      <p:sp>
        <p:nvSpPr>
          <p:cNvPr id="661" name="Google Shape;661;p66:notes"/>
          <p:cNvSpPr/>
          <p:nvPr>
            <p:ph idx="2" type="sldImg"/>
          </p:nvPr>
        </p:nvSpPr>
        <p:spPr>
          <a:xfrm>
            <a:off x="1166812" y="692150"/>
            <a:ext cx="4618037" cy="346233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7" name="Shape 667"/>
        <p:cNvGrpSpPr/>
        <p:nvPr/>
      </p:nvGrpSpPr>
      <p:grpSpPr>
        <a:xfrm>
          <a:off x="0" y="0"/>
          <a:ext cx="0" cy="0"/>
          <a:chOff x="0" y="0"/>
          <a:chExt cx="0" cy="0"/>
        </a:xfrm>
      </p:grpSpPr>
      <p:sp>
        <p:nvSpPr>
          <p:cNvPr id="668" name="Google Shape;668;p67:notes"/>
          <p:cNvSpPr txBox="1"/>
          <p:nvPr>
            <p:ph idx="1" type="body"/>
          </p:nvPr>
        </p:nvSpPr>
        <p:spPr>
          <a:xfrm>
            <a:off x="695325" y="4384675"/>
            <a:ext cx="5561012" cy="4154487"/>
          </a:xfrm>
          <a:prstGeom prst="rect">
            <a:avLst/>
          </a:prstGeom>
        </p:spPr>
        <p:txBody>
          <a:bodyPr anchorCtr="0" anchor="t" bIns="46225" lIns="92450" spcFirstLastPara="1" rIns="92450" wrap="square" tIns="46225">
            <a:noAutofit/>
          </a:bodyPr>
          <a:lstStyle/>
          <a:p>
            <a:pPr indent="0" lvl="0" marL="0" rtl="0" algn="l">
              <a:spcBef>
                <a:spcPts val="0"/>
              </a:spcBef>
              <a:spcAft>
                <a:spcPts val="0"/>
              </a:spcAft>
              <a:buNone/>
            </a:pPr>
            <a:r>
              <a:t/>
            </a:r>
            <a:endParaRPr/>
          </a:p>
        </p:txBody>
      </p:sp>
      <p:sp>
        <p:nvSpPr>
          <p:cNvPr id="669" name="Google Shape;669;p67:notes"/>
          <p:cNvSpPr/>
          <p:nvPr>
            <p:ph idx="2" type="sldImg"/>
          </p:nvPr>
        </p:nvSpPr>
        <p:spPr>
          <a:xfrm>
            <a:off x="1166812" y="692150"/>
            <a:ext cx="4618037" cy="346233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5" name="Shape 675"/>
        <p:cNvGrpSpPr/>
        <p:nvPr/>
      </p:nvGrpSpPr>
      <p:grpSpPr>
        <a:xfrm>
          <a:off x="0" y="0"/>
          <a:ext cx="0" cy="0"/>
          <a:chOff x="0" y="0"/>
          <a:chExt cx="0" cy="0"/>
        </a:xfrm>
      </p:grpSpPr>
      <p:sp>
        <p:nvSpPr>
          <p:cNvPr id="676" name="Google Shape;676;p68:notes"/>
          <p:cNvSpPr txBox="1"/>
          <p:nvPr>
            <p:ph idx="1" type="body"/>
          </p:nvPr>
        </p:nvSpPr>
        <p:spPr>
          <a:xfrm>
            <a:off x="695325" y="4384675"/>
            <a:ext cx="5561012" cy="4154487"/>
          </a:xfrm>
          <a:prstGeom prst="rect">
            <a:avLst/>
          </a:prstGeom>
        </p:spPr>
        <p:txBody>
          <a:bodyPr anchorCtr="0" anchor="t" bIns="46225" lIns="92450" spcFirstLastPara="1" rIns="92450" wrap="square" tIns="46225">
            <a:noAutofit/>
          </a:bodyPr>
          <a:lstStyle/>
          <a:p>
            <a:pPr indent="0" lvl="0" marL="0" rtl="0" algn="l">
              <a:spcBef>
                <a:spcPts val="0"/>
              </a:spcBef>
              <a:spcAft>
                <a:spcPts val="0"/>
              </a:spcAft>
              <a:buNone/>
            </a:pPr>
            <a:r>
              <a:t/>
            </a:r>
            <a:endParaRPr/>
          </a:p>
        </p:txBody>
      </p:sp>
      <p:sp>
        <p:nvSpPr>
          <p:cNvPr id="677" name="Google Shape;677;p68:notes"/>
          <p:cNvSpPr/>
          <p:nvPr>
            <p:ph idx="2" type="sldImg"/>
          </p:nvPr>
        </p:nvSpPr>
        <p:spPr>
          <a:xfrm>
            <a:off x="1166812" y="692150"/>
            <a:ext cx="4618037" cy="346233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3" name="Shape 683"/>
        <p:cNvGrpSpPr/>
        <p:nvPr/>
      </p:nvGrpSpPr>
      <p:grpSpPr>
        <a:xfrm>
          <a:off x="0" y="0"/>
          <a:ext cx="0" cy="0"/>
          <a:chOff x="0" y="0"/>
          <a:chExt cx="0" cy="0"/>
        </a:xfrm>
      </p:grpSpPr>
      <p:sp>
        <p:nvSpPr>
          <p:cNvPr id="684" name="Google Shape;684;p69:notes"/>
          <p:cNvSpPr txBox="1"/>
          <p:nvPr>
            <p:ph idx="1" type="body"/>
          </p:nvPr>
        </p:nvSpPr>
        <p:spPr>
          <a:xfrm>
            <a:off x="695325" y="4384675"/>
            <a:ext cx="5561012" cy="4154487"/>
          </a:xfrm>
          <a:prstGeom prst="rect">
            <a:avLst/>
          </a:prstGeom>
        </p:spPr>
        <p:txBody>
          <a:bodyPr anchorCtr="0" anchor="t" bIns="46225" lIns="92450" spcFirstLastPara="1" rIns="92450" wrap="square" tIns="46225">
            <a:noAutofit/>
          </a:bodyPr>
          <a:lstStyle/>
          <a:p>
            <a:pPr indent="0" lvl="0" marL="0" rtl="0" algn="l">
              <a:spcBef>
                <a:spcPts val="0"/>
              </a:spcBef>
              <a:spcAft>
                <a:spcPts val="0"/>
              </a:spcAft>
              <a:buNone/>
            </a:pPr>
            <a:r>
              <a:t/>
            </a:r>
            <a:endParaRPr/>
          </a:p>
        </p:txBody>
      </p:sp>
      <p:sp>
        <p:nvSpPr>
          <p:cNvPr id="685" name="Google Shape;685;p69:notes"/>
          <p:cNvSpPr/>
          <p:nvPr>
            <p:ph idx="2" type="sldImg"/>
          </p:nvPr>
        </p:nvSpPr>
        <p:spPr>
          <a:xfrm>
            <a:off x="1166812" y="692150"/>
            <a:ext cx="4618037" cy="346233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2" name="Shape 692"/>
        <p:cNvGrpSpPr/>
        <p:nvPr/>
      </p:nvGrpSpPr>
      <p:grpSpPr>
        <a:xfrm>
          <a:off x="0" y="0"/>
          <a:ext cx="0" cy="0"/>
          <a:chOff x="0" y="0"/>
          <a:chExt cx="0" cy="0"/>
        </a:xfrm>
      </p:grpSpPr>
      <p:sp>
        <p:nvSpPr>
          <p:cNvPr id="693" name="Google Shape;693;p70:notes"/>
          <p:cNvSpPr txBox="1"/>
          <p:nvPr>
            <p:ph idx="1" type="body"/>
          </p:nvPr>
        </p:nvSpPr>
        <p:spPr>
          <a:xfrm>
            <a:off x="695325" y="4384675"/>
            <a:ext cx="5561012" cy="4154487"/>
          </a:xfrm>
          <a:prstGeom prst="rect">
            <a:avLst/>
          </a:prstGeom>
        </p:spPr>
        <p:txBody>
          <a:bodyPr anchorCtr="0" anchor="t" bIns="46225" lIns="92450" spcFirstLastPara="1" rIns="92450" wrap="square" tIns="46225">
            <a:noAutofit/>
          </a:bodyPr>
          <a:lstStyle/>
          <a:p>
            <a:pPr indent="0" lvl="0" marL="0" rtl="0" algn="l">
              <a:spcBef>
                <a:spcPts val="0"/>
              </a:spcBef>
              <a:spcAft>
                <a:spcPts val="0"/>
              </a:spcAft>
              <a:buNone/>
            </a:pPr>
            <a:r>
              <a:t/>
            </a:r>
            <a:endParaRPr/>
          </a:p>
        </p:txBody>
      </p:sp>
      <p:sp>
        <p:nvSpPr>
          <p:cNvPr id="694" name="Google Shape;694;p70:notes"/>
          <p:cNvSpPr/>
          <p:nvPr>
            <p:ph idx="2" type="sldImg"/>
          </p:nvPr>
        </p:nvSpPr>
        <p:spPr>
          <a:xfrm>
            <a:off x="1166812" y="692150"/>
            <a:ext cx="4618037" cy="346233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0" name="Shape 700"/>
        <p:cNvGrpSpPr/>
        <p:nvPr/>
      </p:nvGrpSpPr>
      <p:grpSpPr>
        <a:xfrm>
          <a:off x="0" y="0"/>
          <a:ext cx="0" cy="0"/>
          <a:chOff x="0" y="0"/>
          <a:chExt cx="0" cy="0"/>
        </a:xfrm>
      </p:grpSpPr>
      <p:sp>
        <p:nvSpPr>
          <p:cNvPr id="701" name="Google Shape;701;p71:notes"/>
          <p:cNvSpPr txBox="1"/>
          <p:nvPr>
            <p:ph idx="1" type="body"/>
          </p:nvPr>
        </p:nvSpPr>
        <p:spPr>
          <a:xfrm>
            <a:off x="695325" y="4384675"/>
            <a:ext cx="5561012" cy="4154487"/>
          </a:xfrm>
          <a:prstGeom prst="rect">
            <a:avLst/>
          </a:prstGeom>
        </p:spPr>
        <p:txBody>
          <a:bodyPr anchorCtr="0" anchor="t" bIns="46225" lIns="92450" spcFirstLastPara="1" rIns="92450" wrap="square" tIns="46225">
            <a:noAutofit/>
          </a:bodyPr>
          <a:lstStyle/>
          <a:p>
            <a:pPr indent="0" lvl="0" marL="0" rtl="0" algn="l">
              <a:spcBef>
                <a:spcPts val="0"/>
              </a:spcBef>
              <a:spcAft>
                <a:spcPts val="0"/>
              </a:spcAft>
              <a:buNone/>
            </a:pPr>
            <a:r>
              <a:t/>
            </a:r>
            <a:endParaRPr/>
          </a:p>
        </p:txBody>
      </p:sp>
      <p:sp>
        <p:nvSpPr>
          <p:cNvPr id="702" name="Google Shape;702;p71:notes"/>
          <p:cNvSpPr/>
          <p:nvPr>
            <p:ph idx="2" type="sldImg"/>
          </p:nvPr>
        </p:nvSpPr>
        <p:spPr>
          <a:xfrm>
            <a:off x="1166812" y="692150"/>
            <a:ext cx="4618037" cy="346233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8" name="Shape 708"/>
        <p:cNvGrpSpPr/>
        <p:nvPr/>
      </p:nvGrpSpPr>
      <p:grpSpPr>
        <a:xfrm>
          <a:off x="0" y="0"/>
          <a:ext cx="0" cy="0"/>
          <a:chOff x="0" y="0"/>
          <a:chExt cx="0" cy="0"/>
        </a:xfrm>
      </p:grpSpPr>
      <p:sp>
        <p:nvSpPr>
          <p:cNvPr id="709" name="Google Shape;709;p72:notes"/>
          <p:cNvSpPr txBox="1"/>
          <p:nvPr>
            <p:ph idx="1" type="body"/>
          </p:nvPr>
        </p:nvSpPr>
        <p:spPr>
          <a:xfrm>
            <a:off x="695325" y="4384675"/>
            <a:ext cx="5561012" cy="4154487"/>
          </a:xfrm>
          <a:prstGeom prst="rect">
            <a:avLst/>
          </a:prstGeom>
        </p:spPr>
        <p:txBody>
          <a:bodyPr anchorCtr="0" anchor="t" bIns="46225" lIns="92450" spcFirstLastPara="1" rIns="92450" wrap="square" tIns="46225">
            <a:noAutofit/>
          </a:bodyPr>
          <a:lstStyle/>
          <a:p>
            <a:pPr indent="0" lvl="0" marL="0" rtl="0" algn="l">
              <a:spcBef>
                <a:spcPts val="0"/>
              </a:spcBef>
              <a:spcAft>
                <a:spcPts val="0"/>
              </a:spcAft>
              <a:buNone/>
            </a:pPr>
            <a:r>
              <a:t/>
            </a:r>
            <a:endParaRPr/>
          </a:p>
        </p:txBody>
      </p:sp>
      <p:sp>
        <p:nvSpPr>
          <p:cNvPr id="710" name="Google Shape;710;p72:notes"/>
          <p:cNvSpPr/>
          <p:nvPr>
            <p:ph idx="2" type="sldImg"/>
          </p:nvPr>
        </p:nvSpPr>
        <p:spPr>
          <a:xfrm>
            <a:off x="1166812" y="692150"/>
            <a:ext cx="4618037" cy="346233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6" name="Shape 716"/>
        <p:cNvGrpSpPr/>
        <p:nvPr/>
      </p:nvGrpSpPr>
      <p:grpSpPr>
        <a:xfrm>
          <a:off x="0" y="0"/>
          <a:ext cx="0" cy="0"/>
          <a:chOff x="0" y="0"/>
          <a:chExt cx="0" cy="0"/>
        </a:xfrm>
      </p:grpSpPr>
      <p:sp>
        <p:nvSpPr>
          <p:cNvPr id="717" name="Google Shape;717;p73:notes"/>
          <p:cNvSpPr txBox="1"/>
          <p:nvPr>
            <p:ph idx="1" type="body"/>
          </p:nvPr>
        </p:nvSpPr>
        <p:spPr>
          <a:xfrm>
            <a:off x="695325" y="4384675"/>
            <a:ext cx="5561012" cy="4154487"/>
          </a:xfrm>
          <a:prstGeom prst="rect">
            <a:avLst/>
          </a:prstGeom>
        </p:spPr>
        <p:txBody>
          <a:bodyPr anchorCtr="0" anchor="t" bIns="46225" lIns="92450" spcFirstLastPara="1" rIns="92450" wrap="square" tIns="46225">
            <a:noAutofit/>
          </a:bodyPr>
          <a:lstStyle/>
          <a:p>
            <a:pPr indent="0" lvl="0" marL="0" rtl="0" algn="l">
              <a:spcBef>
                <a:spcPts val="0"/>
              </a:spcBef>
              <a:spcAft>
                <a:spcPts val="0"/>
              </a:spcAft>
              <a:buNone/>
            </a:pPr>
            <a:r>
              <a:t/>
            </a:r>
            <a:endParaRPr/>
          </a:p>
        </p:txBody>
      </p:sp>
      <p:sp>
        <p:nvSpPr>
          <p:cNvPr id="718" name="Google Shape;718;p73:notes"/>
          <p:cNvSpPr/>
          <p:nvPr>
            <p:ph idx="2" type="sldImg"/>
          </p:nvPr>
        </p:nvSpPr>
        <p:spPr>
          <a:xfrm>
            <a:off x="1166812" y="692150"/>
            <a:ext cx="4618037" cy="346233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4" name="Shape 724"/>
        <p:cNvGrpSpPr/>
        <p:nvPr/>
      </p:nvGrpSpPr>
      <p:grpSpPr>
        <a:xfrm>
          <a:off x="0" y="0"/>
          <a:ext cx="0" cy="0"/>
          <a:chOff x="0" y="0"/>
          <a:chExt cx="0" cy="0"/>
        </a:xfrm>
      </p:grpSpPr>
      <p:sp>
        <p:nvSpPr>
          <p:cNvPr id="725" name="Google Shape;725;p74:notes"/>
          <p:cNvSpPr txBox="1"/>
          <p:nvPr>
            <p:ph idx="1" type="body"/>
          </p:nvPr>
        </p:nvSpPr>
        <p:spPr>
          <a:xfrm>
            <a:off x="695325" y="4384675"/>
            <a:ext cx="5561012" cy="4154487"/>
          </a:xfrm>
          <a:prstGeom prst="rect">
            <a:avLst/>
          </a:prstGeom>
        </p:spPr>
        <p:txBody>
          <a:bodyPr anchorCtr="0" anchor="t" bIns="46225" lIns="92450" spcFirstLastPara="1" rIns="92450" wrap="square" tIns="46225">
            <a:noAutofit/>
          </a:bodyPr>
          <a:lstStyle/>
          <a:p>
            <a:pPr indent="0" lvl="0" marL="0" rtl="0" algn="l">
              <a:spcBef>
                <a:spcPts val="0"/>
              </a:spcBef>
              <a:spcAft>
                <a:spcPts val="0"/>
              </a:spcAft>
              <a:buNone/>
            </a:pPr>
            <a:r>
              <a:t/>
            </a:r>
            <a:endParaRPr/>
          </a:p>
        </p:txBody>
      </p:sp>
      <p:sp>
        <p:nvSpPr>
          <p:cNvPr id="726" name="Google Shape;726;p74:notes"/>
          <p:cNvSpPr/>
          <p:nvPr>
            <p:ph idx="2" type="sldImg"/>
          </p:nvPr>
        </p:nvSpPr>
        <p:spPr>
          <a:xfrm>
            <a:off x="1166812" y="692150"/>
            <a:ext cx="4618037" cy="346233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4" name="Shape 734"/>
        <p:cNvGrpSpPr/>
        <p:nvPr/>
      </p:nvGrpSpPr>
      <p:grpSpPr>
        <a:xfrm>
          <a:off x="0" y="0"/>
          <a:ext cx="0" cy="0"/>
          <a:chOff x="0" y="0"/>
          <a:chExt cx="0" cy="0"/>
        </a:xfrm>
      </p:grpSpPr>
      <p:sp>
        <p:nvSpPr>
          <p:cNvPr id="735" name="Google Shape;735;p75:notes"/>
          <p:cNvSpPr txBox="1"/>
          <p:nvPr>
            <p:ph idx="1" type="body"/>
          </p:nvPr>
        </p:nvSpPr>
        <p:spPr>
          <a:xfrm>
            <a:off x="695325" y="4384675"/>
            <a:ext cx="5561012" cy="4154487"/>
          </a:xfrm>
          <a:prstGeom prst="rect">
            <a:avLst/>
          </a:prstGeom>
        </p:spPr>
        <p:txBody>
          <a:bodyPr anchorCtr="0" anchor="t" bIns="46225" lIns="92450" spcFirstLastPara="1" rIns="92450" wrap="square" tIns="46225">
            <a:noAutofit/>
          </a:bodyPr>
          <a:lstStyle/>
          <a:p>
            <a:pPr indent="0" lvl="0" marL="0" rtl="0" algn="l">
              <a:spcBef>
                <a:spcPts val="0"/>
              </a:spcBef>
              <a:spcAft>
                <a:spcPts val="0"/>
              </a:spcAft>
              <a:buNone/>
            </a:pPr>
            <a:r>
              <a:t/>
            </a:r>
            <a:endParaRPr/>
          </a:p>
        </p:txBody>
      </p:sp>
      <p:sp>
        <p:nvSpPr>
          <p:cNvPr id="736" name="Google Shape;736;p75:notes"/>
          <p:cNvSpPr/>
          <p:nvPr>
            <p:ph idx="2" type="sldImg"/>
          </p:nvPr>
        </p:nvSpPr>
        <p:spPr>
          <a:xfrm>
            <a:off x="1166812" y="692150"/>
            <a:ext cx="4618037" cy="346233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2" name="Shape 742"/>
        <p:cNvGrpSpPr/>
        <p:nvPr/>
      </p:nvGrpSpPr>
      <p:grpSpPr>
        <a:xfrm>
          <a:off x="0" y="0"/>
          <a:ext cx="0" cy="0"/>
          <a:chOff x="0" y="0"/>
          <a:chExt cx="0" cy="0"/>
        </a:xfrm>
      </p:grpSpPr>
      <p:sp>
        <p:nvSpPr>
          <p:cNvPr id="743" name="Google Shape;743;p76:notes"/>
          <p:cNvSpPr txBox="1"/>
          <p:nvPr>
            <p:ph idx="1" type="body"/>
          </p:nvPr>
        </p:nvSpPr>
        <p:spPr>
          <a:xfrm>
            <a:off x="695325" y="4384675"/>
            <a:ext cx="5561012" cy="4154487"/>
          </a:xfrm>
          <a:prstGeom prst="rect">
            <a:avLst/>
          </a:prstGeom>
        </p:spPr>
        <p:txBody>
          <a:bodyPr anchorCtr="0" anchor="t" bIns="46225" lIns="92450" spcFirstLastPara="1" rIns="92450" wrap="square" tIns="46225">
            <a:noAutofit/>
          </a:bodyPr>
          <a:lstStyle/>
          <a:p>
            <a:pPr indent="0" lvl="0" marL="0" rtl="0" algn="l">
              <a:spcBef>
                <a:spcPts val="0"/>
              </a:spcBef>
              <a:spcAft>
                <a:spcPts val="0"/>
              </a:spcAft>
              <a:buNone/>
            </a:pPr>
            <a:r>
              <a:t/>
            </a:r>
            <a:endParaRPr/>
          </a:p>
        </p:txBody>
      </p:sp>
      <p:sp>
        <p:nvSpPr>
          <p:cNvPr id="744" name="Google Shape;744;p76:notes"/>
          <p:cNvSpPr/>
          <p:nvPr>
            <p:ph idx="2" type="sldImg"/>
          </p:nvPr>
        </p:nvSpPr>
        <p:spPr>
          <a:xfrm>
            <a:off x="1166812" y="692150"/>
            <a:ext cx="4618037" cy="346233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0" name="Shape 750"/>
        <p:cNvGrpSpPr/>
        <p:nvPr/>
      </p:nvGrpSpPr>
      <p:grpSpPr>
        <a:xfrm>
          <a:off x="0" y="0"/>
          <a:ext cx="0" cy="0"/>
          <a:chOff x="0" y="0"/>
          <a:chExt cx="0" cy="0"/>
        </a:xfrm>
      </p:grpSpPr>
      <p:sp>
        <p:nvSpPr>
          <p:cNvPr id="751" name="Google Shape;751;p77:notes"/>
          <p:cNvSpPr txBox="1"/>
          <p:nvPr>
            <p:ph idx="1" type="body"/>
          </p:nvPr>
        </p:nvSpPr>
        <p:spPr>
          <a:xfrm>
            <a:off x="695325" y="4384675"/>
            <a:ext cx="5561012" cy="4154487"/>
          </a:xfrm>
          <a:prstGeom prst="rect">
            <a:avLst/>
          </a:prstGeom>
        </p:spPr>
        <p:txBody>
          <a:bodyPr anchorCtr="0" anchor="t" bIns="46225" lIns="92450" spcFirstLastPara="1" rIns="92450" wrap="square" tIns="46225">
            <a:noAutofit/>
          </a:bodyPr>
          <a:lstStyle/>
          <a:p>
            <a:pPr indent="0" lvl="0" marL="0" rtl="0" algn="l">
              <a:spcBef>
                <a:spcPts val="0"/>
              </a:spcBef>
              <a:spcAft>
                <a:spcPts val="0"/>
              </a:spcAft>
              <a:buNone/>
            </a:pPr>
            <a:r>
              <a:t/>
            </a:r>
            <a:endParaRPr/>
          </a:p>
        </p:txBody>
      </p:sp>
      <p:sp>
        <p:nvSpPr>
          <p:cNvPr id="752" name="Google Shape;752;p77:notes"/>
          <p:cNvSpPr/>
          <p:nvPr>
            <p:ph idx="2" type="sldImg"/>
          </p:nvPr>
        </p:nvSpPr>
        <p:spPr>
          <a:xfrm>
            <a:off x="1166812" y="692150"/>
            <a:ext cx="4618037" cy="346233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4" name="Shape 14"/>
        <p:cNvGrpSpPr/>
        <p:nvPr/>
      </p:nvGrpSpPr>
      <p:grpSpPr>
        <a:xfrm>
          <a:off x="0" y="0"/>
          <a:ext cx="0" cy="0"/>
          <a:chOff x="0" y="0"/>
          <a:chExt cx="0" cy="0"/>
        </a:xfrm>
      </p:grpSpPr>
      <p:sp>
        <p:nvSpPr>
          <p:cNvPr id="15" name="Google Shape;15;p79"/>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 name="Google Shape;16;p79"/>
          <p:cNvSpPr txBox="1"/>
          <p:nvPr>
            <p:ph idx="12" type="sldNum"/>
          </p:nvPr>
        </p:nvSpPr>
        <p:spPr>
          <a:xfrm>
            <a:off x="6934200" y="6550025"/>
            <a:ext cx="2133600" cy="231775"/>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7" name="Shape 17"/>
        <p:cNvGrpSpPr/>
        <p:nvPr/>
      </p:nvGrpSpPr>
      <p:grpSpPr>
        <a:xfrm>
          <a:off x="0" y="0"/>
          <a:ext cx="0" cy="0"/>
          <a:chOff x="0" y="0"/>
          <a:chExt cx="0" cy="0"/>
        </a:xfrm>
      </p:grpSpPr>
      <p:sp>
        <p:nvSpPr>
          <p:cNvPr id="18" name="Google Shape;18;p80"/>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9" name="Google Shape;19;p80"/>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Autofit/>
          </a:bodyPr>
          <a:lstStyle>
            <a:lvl1pPr lvl="0" algn="ctr">
              <a:spcBef>
                <a:spcPts val="640"/>
              </a:spcBef>
              <a:spcAft>
                <a:spcPts val="0"/>
              </a:spcAft>
              <a:buClr>
                <a:schemeClr val="dk1"/>
              </a:buClr>
              <a:buSzPts val="3200"/>
              <a:buFont typeface="Arial"/>
              <a:buNone/>
              <a:defRPr/>
            </a:lvl1pPr>
            <a:lvl2pPr lvl="1" algn="ctr">
              <a:spcBef>
                <a:spcPts val="560"/>
              </a:spcBef>
              <a:spcAft>
                <a:spcPts val="0"/>
              </a:spcAft>
              <a:buClr>
                <a:schemeClr val="dk1"/>
              </a:buClr>
              <a:buSzPts val="2800"/>
              <a:buFont typeface="Arial"/>
              <a:buNone/>
              <a:defRPr/>
            </a:lvl2pPr>
            <a:lvl3pPr lvl="2" algn="ctr">
              <a:spcBef>
                <a:spcPts val="480"/>
              </a:spcBef>
              <a:spcAft>
                <a:spcPts val="0"/>
              </a:spcAft>
              <a:buClr>
                <a:schemeClr val="dk1"/>
              </a:buClr>
              <a:buSzPts val="2400"/>
              <a:buFont typeface="Arial"/>
              <a:buNone/>
              <a:defRPr/>
            </a:lvl3pPr>
            <a:lvl4pPr lvl="3" algn="ctr">
              <a:spcBef>
                <a:spcPts val="400"/>
              </a:spcBef>
              <a:spcAft>
                <a:spcPts val="0"/>
              </a:spcAft>
              <a:buClr>
                <a:schemeClr val="dk1"/>
              </a:buClr>
              <a:buSzPts val="2000"/>
              <a:buFont typeface="Arial"/>
              <a:buNone/>
              <a:defRPr/>
            </a:lvl4pPr>
            <a:lvl5pPr lvl="4" algn="ctr">
              <a:spcBef>
                <a:spcPts val="400"/>
              </a:spcBef>
              <a:spcAft>
                <a:spcPts val="0"/>
              </a:spcAft>
              <a:buClr>
                <a:schemeClr val="dk1"/>
              </a:buClr>
              <a:buSzPts val="2000"/>
              <a:buFont typeface="Arial"/>
              <a:buNone/>
              <a:defRPr/>
            </a:lvl5pPr>
            <a:lvl6pPr lvl="5" algn="ctr">
              <a:spcBef>
                <a:spcPts val="400"/>
              </a:spcBef>
              <a:spcAft>
                <a:spcPts val="0"/>
              </a:spcAft>
              <a:buClr>
                <a:schemeClr val="dk1"/>
              </a:buClr>
              <a:buSzPts val="2000"/>
              <a:buFont typeface="Arial"/>
              <a:buNone/>
              <a:defRPr/>
            </a:lvl6pPr>
            <a:lvl7pPr lvl="6" algn="ctr">
              <a:spcBef>
                <a:spcPts val="400"/>
              </a:spcBef>
              <a:spcAft>
                <a:spcPts val="0"/>
              </a:spcAft>
              <a:buClr>
                <a:schemeClr val="dk1"/>
              </a:buClr>
              <a:buSzPts val="2000"/>
              <a:buFont typeface="Arial"/>
              <a:buNone/>
              <a:defRPr/>
            </a:lvl7pPr>
            <a:lvl8pPr lvl="7" algn="ctr">
              <a:spcBef>
                <a:spcPts val="400"/>
              </a:spcBef>
              <a:spcAft>
                <a:spcPts val="0"/>
              </a:spcAft>
              <a:buClr>
                <a:schemeClr val="dk1"/>
              </a:buClr>
              <a:buSzPts val="2000"/>
              <a:buFont typeface="Arial"/>
              <a:buNone/>
              <a:defRPr/>
            </a:lvl8pPr>
            <a:lvl9pPr lvl="8" algn="ctr">
              <a:spcBef>
                <a:spcPts val="400"/>
              </a:spcBef>
              <a:spcAft>
                <a:spcPts val="0"/>
              </a:spcAft>
              <a:buClr>
                <a:schemeClr val="dk1"/>
              </a:buClr>
              <a:buSzPts val="2000"/>
              <a:buFont typeface="Arial"/>
              <a:buNone/>
              <a:defRPr/>
            </a:lvl9pPr>
          </a:lstStyle>
          <a:p/>
        </p:txBody>
      </p:sp>
      <p:sp>
        <p:nvSpPr>
          <p:cNvPr id="20" name="Google Shape;20;p80"/>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80"/>
          <p:cNvSpPr txBox="1"/>
          <p:nvPr>
            <p:ph idx="12" type="sldNum"/>
          </p:nvPr>
        </p:nvSpPr>
        <p:spPr>
          <a:xfrm>
            <a:off x="6934200" y="6550025"/>
            <a:ext cx="2133600" cy="231775"/>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2" name="Shape 22"/>
        <p:cNvGrpSpPr/>
        <p:nvPr/>
      </p:nvGrpSpPr>
      <p:grpSpPr>
        <a:xfrm>
          <a:off x="0" y="0"/>
          <a:ext cx="0" cy="0"/>
          <a:chOff x="0" y="0"/>
          <a:chExt cx="0" cy="0"/>
        </a:xfrm>
      </p:grpSpPr>
      <p:sp>
        <p:nvSpPr>
          <p:cNvPr id="23" name="Google Shape;23;p81"/>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4" name="Google Shape;24;p81"/>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5" name="Google Shape;25;p81"/>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81"/>
          <p:cNvSpPr txBox="1"/>
          <p:nvPr>
            <p:ph idx="12" type="sldNum"/>
          </p:nvPr>
        </p:nvSpPr>
        <p:spPr>
          <a:xfrm>
            <a:off x="6934200" y="6550025"/>
            <a:ext cx="2133600" cy="231775"/>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7" name="Shape 27"/>
        <p:cNvGrpSpPr/>
        <p:nvPr/>
      </p:nvGrpSpPr>
      <p:grpSpPr>
        <a:xfrm>
          <a:off x="0" y="0"/>
          <a:ext cx="0" cy="0"/>
          <a:chOff x="0" y="0"/>
          <a:chExt cx="0" cy="0"/>
        </a:xfrm>
      </p:grpSpPr>
      <p:sp>
        <p:nvSpPr>
          <p:cNvPr id="28" name="Google Shape;28;p84"/>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9" name="Google Shape;29;p84"/>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Autofit/>
          </a:bodyPr>
          <a:lstStyle>
            <a:lvl1pPr indent="-406400" lvl="0" marL="457200" algn="l">
              <a:spcBef>
                <a:spcPts val="560"/>
              </a:spcBef>
              <a:spcAft>
                <a:spcPts val="0"/>
              </a:spcAft>
              <a:buClr>
                <a:schemeClr val="dk1"/>
              </a:buClr>
              <a:buSzPts val="2800"/>
              <a:buFont typeface="Arial"/>
              <a:buChar char="•"/>
              <a:defRPr sz="2800"/>
            </a:lvl1pPr>
            <a:lvl2pPr indent="-381000" lvl="1" marL="914400" algn="l">
              <a:spcBef>
                <a:spcPts val="480"/>
              </a:spcBef>
              <a:spcAft>
                <a:spcPts val="0"/>
              </a:spcAft>
              <a:buClr>
                <a:schemeClr val="dk1"/>
              </a:buClr>
              <a:buSzPts val="2400"/>
              <a:buFont typeface="Arial"/>
              <a:buChar char="–"/>
              <a:defRPr sz="2400"/>
            </a:lvl2pPr>
            <a:lvl3pPr indent="-355600" lvl="2" marL="1371600" algn="l">
              <a:spcBef>
                <a:spcPts val="400"/>
              </a:spcBef>
              <a:spcAft>
                <a:spcPts val="0"/>
              </a:spcAft>
              <a:buClr>
                <a:schemeClr val="dk1"/>
              </a:buClr>
              <a:buSzPts val="2000"/>
              <a:buFont typeface="Arial"/>
              <a:buChar char="•"/>
              <a:defRPr sz="2000"/>
            </a:lvl3pPr>
            <a:lvl4pPr indent="-342900" lvl="3" marL="1828800" algn="l">
              <a:spcBef>
                <a:spcPts val="360"/>
              </a:spcBef>
              <a:spcAft>
                <a:spcPts val="0"/>
              </a:spcAft>
              <a:buClr>
                <a:schemeClr val="dk1"/>
              </a:buClr>
              <a:buSzPts val="1800"/>
              <a:buFont typeface="Arial"/>
              <a:buChar char="–"/>
              <a:defRPr sz="1800"/>
            </a:lvl4pPr>
            <a:lvl5pPr indent="-342900" lvl="4" marL="2286000" algn="l">
              <a:spcBef>
                <a:spcPts val="360"/>
              </a:spcBef>
              <a:spcAft>
                <a:spcPts val="0"/>
              </a:spcAft>
              <a:buClr>
                <a:schemeClr val="dk1"/>
              </a:buClr>
              <a:buSzPts val="1800"/>
              <a:buFont typeface="Arial"/>
              <a:buChar char="»"/>
              <a:defRPr sz="1800"/>
            </a:lvl5pPr>
            <a:lvl6pPr indent="-342900" lvl="5" marL="2743200" algn="l">
              <a:spcBef>
                <a:spcPts val="360"/>
              </a:spcBef>
              <a:spcAft>
                <a:spcPts val="0"/>
              </a:spcAft>
              <a:buClr>
                <a:schemeClr val="dk1"/>
              </a:buClr>
              <a:buSzPts val="1800"/>
              <a:buFont typeface="Arial"/>
              <a:buChar char="»"/>
              <a:defRPr sz="1800"/>
            </a:lvl6pPr>
            <a:lvl7pPr indent="-342900" lvl="6" marL="3200400" algn="l">
              <a:spcBef>
                <a:spcPts val="360"/>
              </a:spcBef>
              <a:spcAft>
                <a:spcPts val="0"/>
              </a:spcAft>
              <a:buClr>
                <a:schemeClr val="dk1"/>
              </a:buClr>
              <a:buSzPts val="1800"/>
              <a:buFont typeface="Arial"/>
              <a:buChar char="»"/>
              <a:defRPr sz="1800"/>
            </a:lvl7pPr>
            <a:lvl8pPr indent="-342900" lvl="7" marL="3657600" algn="l">
              <a:spcBef>
                <a:spcPts val="360"/>
              </a:spcBef>
              <a:spcAft>
                <a:spcPts val="0"/>
              </a:spcAft>
              <a:buClr>
                <a:schemeClr val="dk1"/>
              </a:buClr>
              <a:buSzPts val="1800"/>
              <a:buFont typeface="Arial"/>
              <a:buChar char="»"/>
              <a:defRPr sz="1800"/>
            </a:lvl8pPr>
            <a:lvl9pPr indent="-342900" lvl="8" marL="4114800" algn="l">
              <a:spcBef>
                <a:spcPts val="360"/>
              </a:spcBef>
              <a:spcAft>
                <a:spcPts val="0"/>
              </a:spcAft>
              <a:buClr>
                <a:schemeClr val="dk1"/>
              </a:buClr>
              <a:buSzPts val="1800"/>
              <a:buFont typeface="Arial"/>
              <a:buChar char="»"/>
              <a:defRPr sz="1800"/>
            </a:lvl9pPr>
          </a:lstStyle>
          <a:p/>
        </p:txBody>
      </p:sp>
      <p:sp>
        <p:nvSpPr>
          <p:cNvPr id="30" name="Google Shape;30;p84"/>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Autofit/>
          </a:bodyPr>
          <a:lstStyle>
            <a:lvl1pPr indent="-406400" lvl="0" marL="457200" algn="l">
              <a:spcBef>
                <a:spcPts val="560"/>
              </a:spcBef>
              <a:spcAft>
                <a:spcPts val="0"/>
              </a:spcAft>
              <a:buClr>
                <a:schemeClr val="dk1"/>
              </a:buClr>
              <a:buSzPts val="2800"/>
              <a:buFont typeface="Arial"/>
              <a:buChar char="•"/>
              <a:defRPr sz="2800"/>
            </a:lvl1pPr>
            <a:lvl2pPr indent="-381000" lvl="1" marL="914400" algn="l">
              <a:spcBef>
                <a:spcPts val="480"/>
              </a:spcBef>
              <a:spcAft>
                <a:spcPts val="0"/>
              </a:spcAft>
              <a:buClr>
                <a:schemeClr val="dk1"/>
              </a:buClr>
              <a:buSzPts val="2400"/>
              <a:buFont typeface="Arial"/>
              <a:buChar char="–"/>
              <a:defRPr sz="2400"/>
            </a:lvl2pPr>
            <a:lvl3pPr indent="-355600" lvl="2" marL="1371600" algn="l">
              <a:spcBef>
                <a:spcPts val="400"/>
              </a:spcBef>
              <a:spcAft>
                <a:spcPts val="0"/>
              </a:spcAft>
              <a:buClr>
                <a:schemeClr val="dk1"/>
              </a:buClr>
              <a:buSzPts val="2000"/>
              <a:buFont typeface="Arial"/>
              <a:buChar char="•"/>
              <a:defRPr sz="2000"/>
            </a:lvl3pPr>
            <a:lvl4pPr indent="-342900" lvl="3" marL="1828800" algn="l">
              <a:spcBef>
                <a:spcPts val="360"/>
              </a:spcBef>
              <a:spcAft>
                <a:spcPts val="0"/>
              </a:spcAft>
              <a:buClr>
                <a:schemeClr val="dk1"/>
              </a:buClr>
              <a:buSzPts val="1800"/>
              <a:buFont typeface="Arial"/>
              <a:buChar char="–"/>
              <a:defRPr sz="1800"/>
            </a:lvl4pPr>
            <a:lvl5pPr indent="-342900" lvl="4" marL="2286000" algn="l">
              <a:spcBef>
                <a:spcPts val="360"/>
              </a:spcBef>
              <a:spcAft>
                <a:spcPts val="0"/>
              </a:spcAft>
              <a:buClr>
                <a:schemeClr val="dk1"/>
              </a:buClr>
              <a:buSzPts val="1800"/>
              <a:buFont typeface="Arial"/>
              <a:buChar char="»"/>
              <a:defRPr sz="1800"/>
            </a:lvl5pPr>
            <a:lvl6pPr indent="-342900" lvl="5" marL="2743200" algn="l">
              <a:spcBef>
                <a:spcPts val="360"/>
              </a:spcBef>
              <a:spcAft>
                <a:spcPts val="0"/>
              </a:spcAft>
              <a:buClr>
                <a:schemeClr val="dk1"/>
              </a:buClr>
              <a:buSzPts val="1800"/>
              <a:buFont typeface="Arial"/>
              <a:buChar char="»"/>
              <a:defRPr sz="1800"/>
            </a:lvl6pPr>
            <a:lvl7pPr indent="-342900" lvl="6" marL="3200400" algn="l">
              <a:spcBef>
                <a:spcPts val="360"/>
              </a:spcBef>
              <a:spcAft>
                <a:spcPts val="0"/>
              </a:spcAft>
              <a:buClr>
                <a:schemeClr val="dk1"/>
              </a:buClr>
              <a:buSzPts val="1800"/>
              <a:buFont typeface="Arial"/>
              <a:buChar char="»"/>
              <a:defRPr sz="1800"/>
            </a:lvl7pPr>
            <a:lvl8pPr indent="-342900" lvl="7" marL="3657600" algn="l">
              <a:spcBef>
                <a:spcPts val="360"/>
              </a:spcBef>
              <a:spcAft>
                <a:spcPts val="0"/>
              </a:spcAft>
              <a:buClr>
                <a:schemeClr val="dk1"/>
              </a:buClr>
              <a:buSzPts val="1800"/>
              <a:buFont typeface="Arial"/>
              <a:buChar char="»"/>
              <a:defRPr sz="1800"/>
            </a:lvl8pPr>
            <a:lvl9pPr indent="-342900" lvl="8" marL="4114800" algn="l">
              <a:spcBef>
                <a:spcPts val="360"/>
              </a:spcBef>
              <a:spcAft>
                <a:spcPts val="0"/>
              </a:spcAft>
              <a:buClr>
                <a:schemeClr val="dk1"/>
              </a:buClr>
              <a:buSzPts val="1800"/>
              <a:buFont typeface="Arial"/>
              <a:buChar char="»"/>
              <a:defRPr sz="1800"/>
            </a:lvl9pPr>
          </a:lstStyle>
          <a:p/>
        </p:txBody>
      </p:sp>
      <p:sp>
        <p:nvSpPr>
          <p:cNvPr id="31" name="Google Shape;31;p84"/>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84"/>
          <p:cNvSpPr txBox="1"/>
          <p:nvPr>
            <p:ph idx="12" type="sldNum"/>
          </p:nvPr>
        </p:nvSpPr>
        <p:spPr>
          <a:xfrm>
            <a:off x="6934200" y="6550025"/>
            <a:ext cx="2133600" cy="231775"/>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ext, and Content" type="txAndObj">
  <p:cSld name="TEXT_AND_OBJECT">
    <p:spTree>
      <p:nvGrpSpPr>
        <p:cNvPr id="33" name="Shape 33"/>
        <p:cNvGrpSpPr/>
        <p:nvPr/>
      </p:nvGrpSpPr>
      <p:grpSpPr>
        <a:xfrm>
          <a:off x="0" y="0"/>
          <a:ext cx="0" cy="0"/>
          <a:chOff x="0" y="0"/>
          <a:chExt cx="0" cy="0"/>
        </a:xfrm>
      </p:grpSpPr>
      <p:sp>
        <p:nvSpPr>
          <p:cNvPr id="34" name="Google Shape;34;p8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5" name="Google Shape;35;p85"/>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36" name="Google Shape;36;p85"/>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37" name="Google Shape;37;p85"/>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85"/>
          <p:cNvSpPr txBox="1"/>
          <p:nvPr>
            <p:ph idx="12" type="sldNum"/>
          </p:nvPr>
        </p:nvSpPr>
        <p:spPr>
          <a:xfrm>
            <a:off x="6934200" y="6550025"/>
            <a:ext cx="2133600" cy="231775"/>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39" name="Shape 39"/>
        <p:cNvGrpSpPr/>
        <p:nvPr/>
      </p:nvGrpSpPr>
      <p:grpSpPr>
        <a:xfrm>
          <a:off x="0" y="0"/>
          <a:ext cx="0" cy="0"/>
          <a:chOff x="0" y="0"/>
          <a:chExt cx="0" cy="0"/>
        </a:xfrm>
      </p:grpSpPr>
      <p:sp>
        <p:nvSpPr>
          <p:cNvPr id="40" name="Google Shape;40;p90"/>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41" name="Google Shape;41;p90"/>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42" name="Google Shape;42;p90"/>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90"/>
          <p:cNvSpPr txBox="1"/>
          <p:nvPr>
            <p:ph idx="12" type="sldNum"/>
          </p:nvPr>
        </p:nvSpPr>
        <p:spPr>
          <a:xfrm>
            <a:off x="6934200" y="6550025"/>
            <a:ext cx="2133600" cy="231775"/>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44" name="Shape 44"/>
        <p:cNvGrpSpPr/>
        <p:nvPr/>
      </p:nvGrpSpPr>
      <p:grpSpPr>
        <a:xfrm>
          <a:off x="0" y="0"/>
          <a:ext cx="0" cy="0"/>
          <a:chOff x="0" y="0"/>
          <a:chExt cx="0" cy="0"/>
        </a:xfrm>
      </p:grpSpPr>
      <p:sp>
        <p:nvSpPr>
          <p:cNvPr id="45" name="Google Shape;45;p91"/>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46" name="Google Shape;46;p91"/>
          <p:cNvSpPr txBox="1"/>
          <p:nvPr>
            <p:ph idx="1" type="body"/>
          </p:nvPr>
        </p:nvSpPr>
        <p:spPr>
          <a:xfrm rot="5400000">
            <a:off x="2309019" y="-251619"/>
            <a:ext cx="4525962" cy="82296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47" name="Google Shape;47;p91"/>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91"/>
          <p:cNvSpPr txBox="1"/>
          <p:nvPr>
            <p:ph idx="12" type="sldNum"/>
          </p:nvPr>
        </p:nvSpPr>
        <p:spPr>
          <a:xfrm>
            <a:off x="6934200" y="6550025"/>
            <a:ext cx="2133600" cy="231775"/>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49" name="Shape 49"/>
        <p:cNvGrpSpPr/>
        <p:nvPr/>
      </p:nvGrpSpPr>
      <p:grpSpPr>
        <a:xfrm>
          <a:off x="0" y="0"/>
          <a:ext cx="0" cy="0"/>
          <a:chOff x="0" y="0"/>
          <a:chExt cx="0" cy="0"/>
        </a:xfrm>
      </p:grpSpPr>
      <p:sp>
        <p:nvSpPr>
          <p:cNvPr id="50" name="Google Shape;50;p92"/>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51" name="Google Shape;51;p92"/>
          <p:cNvSpPr/>
          <p:nvPr>
            <p:ph idx="2" type="pic"/>
          </p:nvPr>
        </p:nvSpPr>
        <p:spPr>
          <a:xfrm>
            <a:off x="1792288" y="612775"/>
            <a:ext cx="5486400" cy="4114800"/>
          </a:xfrm>
          <a:prstGeom prst="rect">
            <a:avLst/>
          </a:prstGeom>
          <a:noFill/>
          <a:ln>
            <a:noFill/>
          </a:ln>
        </p:spPr>
      </p:sp>
      <p:sp>
        <p:nvSpPr>
          <p:cNvPr id="52" name="Google Shape;52;p92"/>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Autofit/>
          </a:bodyPr>
          <a:lstStyle>
            <a:lvl1pPr indent="-228600" lvl="0" marL="457200" algn="l">
              <a:spcBef>
                <a:spcPts val="280"/>
              </a:spcBef>
              <a:spcAft>
                <a:spcPts val="0"/>
              </a:spcAft>
              <a:buClr>
                <a:schemeClr val="dk1"/>
              </a:buClr>
              <a:buSzPts val="1400"/>
              <a:buFont typeface="Arial"/>
              <a:buNone/>
              <a:defRPr sz="1400"/>
            </a:lvl1pPr>
            <a:lvl2pPr indent="-228600" lvl="1" marL="914400" algn="l">
              <a:spcBef>
                <a:spcPts val="240"/>
              </a:spcBef>
              <a:spcAft>
                <a:spcPts val="0"/>
              </a:spcAft>
              <a:buClr>
                <a:schemeClr val="dk1"/>
              </a:buClr>
              <a:buSzPts val="1200"/>
              <a:buFont typeface="Arial"/>
              <a:buNone/>
              <a:defRPr sz="1200"/>
            </a:lvl2pPr>
            <a:lvl3pPr indent="-228600" lvl="2" marL="1371600" algn="l">
              <a:spcBef>
                <a:spcPts val="200"/>
              </a:spcBef>
              <a:spcAft>
                <a:spcPts val="0"/>
              </a:spcAft>
              <a:buClr>
                <a:schemeClr val="dk1"/>
              </a:buClr>
              <a:buSzPts val="1000"/>
              <a:buFont typeface="Arial"/>
              <a:buNone/>
              <a:defRPr sz="1000"/>
            </a:lvl3pPr>
            <a:lvl4pPr indent="-228600" lvl="3" marL="1828800" algn="l">
              <a:spcBef>
                <a:spcPts val="180"/>
              </a:spcBef>
              <a:spcAft>
                <a:spcPts val="0"/>
              </a:spcAft>
              <a:buClr>
                <a:schemeClr val="dk1"/>
              </a:buClr>
              <a:buSzPts val="900"/>
              <a:buFont typeface="Arial"/>
              <a:buNone/>
              <a:defRPr sz="900"/>
            </a:lvl4pPr>
            <a:lvl5pPr indent="-228600" lvl="4" marL="2286000" algn="l">
              <a:spcBef>
                <a:spcPts val="180"/>
              </a:spcBef>
              <a:spcAft>
                <a:spcPts val="0"/>
              </a:spcAft>
              <a:buClr>
                <a:schemeClr val="dk1"/>
              </a:buClr>
              <a:buSzPts val="900"/>
              <a:buFont typeface="Arial"/>
              <a:buNone/>
              <a:defRPr sz="900"/>
            </a:lvl5pPr>
            <a:lvl6pPr indent="-228600" lvl="5" marL="2743200" algn="l">
              <a:spcBef>
                <a:spcPts val="180"/>
              </a:spcBef>
              <a:spcAft>
                <a:spcPts val="0"/>
              </a:spcAft>
              <a:buClr>
                <a:schemeClr val="dk1"/>
              </a:buClr>
              <a:buSzPts val="900"/>
              <a:buFont typeface="Arial"/>
              <a:buNone/>
              <a:defRPr sz="900"/>
            </a:lvl6pPr>
            <a:lvl7pPr indent="-228600" lvl="6" marL="3200400" algn="l">
              <a:spcBef>
                <a:spcPts val="180"/>
              </a:spcBef>
              <a:spcAft>
                <a:spcPts val="0"/>
              </a:spcAft>
              <a:buClr>
                <a:schemeClr val="dk1"/>
              </a:buClr>
              <a:buSzPts val="900"/>
              <a:buFont typeface="Arial"/>
              <a:buNone/>
              <a:defRPr sz="900"/>
            </a:lvl7pPr>
            <a:lvl8pPr indent="-228600" lvl="7" marL="3657600" algn="l">
              <a:spcBef>
                <a:spcPts val="180"/>
              </a:spcBef>
              <a:spcAft>
                <a:spcPts val="0"/>
              </a:spcAft>
              <a:buClr>
                <a:schemeClr val="dk1"/>
              </a:buClr>
              <a:buSzPts val="900"/>
              <a:buFont typeface="Arial"/>
              <a:buNone/>
              <a:defRPr sz="900"/>
            </a:lvl8pPr>
            <a:lvl9pPr indent="-228600" lvl="8" marL="4114800" algn="l">
              <a:spcBef>
                <a:spcPts val="180"/>
              </a:spcBef>
              <a:spcAft>
                <a:spcPts val="0"/>
              </a:spcAft>
              <a:buClr>
                <a:schemeClr val="dk1"/>
              </a:buClr>
              <a:buSzPts val="900"/>
              <a:buFont typeface="Arial"/>
              <a:buNone/>
              <a:defRPr sz="900"/>
            </a:lvl9pPr>
          </a:lstStyle>
          <a:p/>
        </p:txBody>
      </p:sp>
      <p:sp>
        <p:nvSpPr>
          <p:cNvPr id="53" name="Google Shape;53;p92"/>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4" name="Google Shape;54;p92"/>
          <p:cNvSpPr txBox="1"/>
          <p:nvPr>
            <p:ph idx="12" type="sldNum"/>
          </p:nvPr>
        </p:nvSpPr>
        <p:spPr>
          <a:xfrm>
            <a:off x="6934200" y="6550025"/>
            <a:ext cx="2133600" cy="231775"/>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5" name="Shape 55"/>
        <p:cNvGrpSpPr/>
        <p:nvPr/>
      </p:nvGrpSpPr>
      <p:grpSpPr>
        <a:xfrm>
          <a:off x="0" y="0"/>
          <a:ext cx="0" cy="0"/>
          <a:chOff x="0" y="0"/>
          <a:chExt cx="0" cy="0"/>
        </a:xfrm>
      </p:grpSpPr>
      <p:sp>
        <p:nvSpPr>
          <p:cNvPr id="56" name="Google Shape;56;p93"/>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57" name="Google Shape;57;p93"/>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Autofit/>
          </a:bodyPr>
          <a:lstStyle>
            <a:lvl1pPr indent="-431800" lvl="0" marL="457200" algn="l">
              <a:spcBef>
                <a:spcPts val="640"/>
              </a:spcBef>
              <a:spcAft>
                <a:spcPts val="0"/>
              </a:spcAft>
              <a:buClr>
                <a:schemeClr val="dk1"/>
              </a:buClr>
              <a:buSzPts val="3200"/>
              <a:buFont typeface="Arial"/>
              <a:buChar char="•"/>
              <a:defRPr sz="3200"/>
            </a:lvl1pPr>
            <a:lvl2pPr indent="-406400" lvl="1" marL="914400" algn="l">
              <a:spcBef>
                <a:spcPts val="560"/>
              </a:spcBef>
              <a:spcAft>
                <a:spcPts val="0"/>
              </a:spcAft>
              <a:buClr>
                <a:schemeClr val="dk1"/>
              </a:buClr>
              <a:buSzPts val="2800"/>
              <a:buFont typeface="Arial"/>
              <a:buChar char="–"/>
              <a:defRPr sz="2800"/>
            </a:lvl2pPr>
            <a:lvl3pPr indent="-381000" lvl="2" marL="1371600" algn="l">
              <a:spcBef>
                <a:spcPts val="480"/>
              </a:spcBef>
              <a:spcAft>
                <a:spcPts val="0"/>
              </a:spcAft>
              <a:buClr>
                <a:schemeClr val="dk1"/>
              </a:buClr>
              <a:buSzPts val="2400"/>
              <a:buFont typeface="Arial"/>
              <a:buChar char="•"/>
              <a:defRPr sz="2400"/>
            </a:lvl3pPr>
            <a:lvl4pPr indent="-355600" lvl="3" marL="1828800" algn="l">
              <a:spcBef>
                <a:spcPts val="400"/>
              </a:spcBef>
              <a:spcAft>
                <a:spcPts val="0"/>
              </a:spcAft>
              <a:buClr>
                <a:schemeClr val="dk1"/>
              </a:buClr>
              <a:buSzPts val="2000"/>
              <a:buFont typeface="Arial"/>
              <a:buChar char="–"/>
              <a:defRPr sz="2000"/>
            </a:lvl4pPr>
            <a:lvl5pPr indent="-355600" lvl="4" marL="2286000" algn="l">
              <a:spcBef>
                <a:spcPts val="400"/>
              </a:spcBef>
              <a:spcAft>
                <a:spcPts val="0"/>
              </a:spcAft>
              <a:buClr>
                <a:schemeClr val="dk1"/>
              </a:buClr>
              <a:buSzPts val="2000"/>
              <a:buFont typeface="Arial"/>
              <a:buChar char="»"/>
              <a:defRPr sz="2000"/>
            </a:lvl5pPr>
            <a:lvl6pPr indent="-355600" lvl="5" marL="2743200" algn="l">
              <a:spcBef>
                <a:spcPts val="400"/>
              </a:spcBef>
              <a:spcAft>
                <a:spcPts val="0"/>
              </a:spcAft>
              <a:buClr>
                <a:schemeClr val="dk1"/>
              </a:buClr>
              <a:buSzPts val="2000"/>
              <a:buFont typeface="Arial"/>
              <a:buChar char="»"/>
              <a:defRPr sz="2000"/>
            </a:lvl6pPr>
            <a:lvl7pPr indent="-355600" lvl="6" marL="3200400" algn="l">
              <a:spcBef>
                <a:spcPts val="400"/>
              </a:spcBef>
              <a:spcAft>
                <a:spcPts val="0"/>
              </a:spcAft>
              <a:buClr>
                <a:schemeClr val="dk1"/>
              </a:buClr>
              <a:buSzPts val="2000"/>
              <a:buFont typeface="Arial"/>
              <a:buChar char="»"/>
              <a:defRPr sz="2000"/>
            </a:lvl7pPr>
            <a:lvl8pPr indent="-355600" lvl="7" marL="3657600" algn="l">
              <a:spcBef>
                <a:spcPts val="400"/>
              </a:spcBef>
              <a:spcAft>
                <a:spcPts val="0"/>
              </a:spcAft>
              <a:buClr>
                <a:schemeClr val="dk1"/>
              </a:buClr>
              <a:buSzPts val="2000"/>
              <a:buFont typeface="Arial"/>
              <a:buChar char="»"/>
              <a:defRPr sz="2000"/>
            </a:lvl8pPr>
            <a:lvl9pPr indent="-355600" lvl="8" marL="4114800" algn="l">
              <a:spcBef>
                <a:spcPts val="400"/>
              </a:spcBef>
              <a:spcAft>
                <a:spcPts val="0"/>
              </a:spcAft>
              <a:buClr>
                <a:schemeClr val="dk1"/>
              </a:buClr>
              <a:buSzPts val="2000"/>
              <a:buFont typeface="Arial"/>
              <a:buChar char="»"/>
              <a:defRPr sz="2000"/>
            </a:lvl9pPr>
          </a:lstStyle>
          <a:p/>
        </p:txBody>
      </p:sp>
      <p:sp>
        <p:nvSpPr>
          <p:cNvPr id="58" name="Google Shape;58;p93"/>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Autofit/>
          </a:bodyPr>
          <a:lstStyle>
            <a:lvl1pPr indent="-228600" lvl="0" marL="457200" algn="l">
              <a:spcBef>
                <a:spcPts val="280"/>
              </a:spcBef>
              <a:spcAft>
                <a:spcPts val="0"/>
              </a:spcAft>
              <a:buClr>
                <a:schemeClr val="dk1"/>
              </a:buClr>
              <a:buSzPts val="1400"/>
              <a:buFont typeface="Arial"/>
              <a:buNone/>
              <a:defRPr sz="1400"/>
            </a:lvl1pPr>
            <a:lvl2pPr indent="-228600" lvl="1" marL="914400" algn="l">
              <a:spcBef>
                <a:spcPts val="240"/>
              </a:spcBef>
              <a:spcAft>
                <a:spcPts val="0"/>
              </a:spcAft>
              <a:buClr>
                <a:schemeClr val="dk1"/>
              </a:buClr>
              <a:buSzPts val="1200"/>
              <a:buFont typeface="Arial"/>
              <a:buNone/>
              <a:defRPr sz="1200"/>
            </a:lvl2pPr>
            <a:lvl3pPr indent="-228600" lvl="2" marL="1371600" algn="l">
              <a:spcBef>
                <a:spcPts val="200"/>
              </a:spcBef>
              <a:spcAft>
                <a:spcPts val="0"/>
              </a:spcAft>
              <a:buClr>
                <a:schemeClr val="dk1"/>
              </a:buClr>
              <a:buSzPts val="1000"/>
              <a:buFont typeface="Arial"/>
              <a:buNone/>
              <a:defRPr sz="1000"/>
            </a:lvl3pPr>
            <a:lvl4pPr indent="-228600" lvl="3" marL="1828800" algn="l">
              <a:spcBef>
                <a:spcPts val="180"/>
              </a:spcBef>
              <a:spcAft>
                <a:spcPts val="0"/>
              </a:spcAft>
              <a:buClr>
                <a:schemeClr val="dk1"/>
              </a:buClr>
              <a:buSzPts val="900"/>
              <a:buFont typeface="Arial"/>
              <a:buNone/>
              <a:defRPr sz="900"/>
            </a:lvl4pPr>
            <a:lvl5pPr indent="-228600" lvl="4" marL="2286000" algn="l">
              <a:spcBef>
                <a:spcPts val="180"/>
              </a:spcBef>
              <a:spcAft>
                <a:spcPts val="0"/>
              </a:spcAft>
              <a:buClr>
                <a:schemeClr val="dk1"/>
              </a:buClr>
              <a:buSzPts val="900"/>
              <a:buFont typeface="Arial"/>
              <a:buNone/>
              <a:defRPr sz="900"/>
            </a:lvl5pPr>
            <a:lvl6pPr indent="-228600" lvl="5" marL="2743200" algn="l">
              <a:spcBef>
                <a:spcPts val="180"/>
              </a:spcBef>
              <a:spcAft>
                <a:spcPts val="0"/>
              </a:spcAft>
              <a:buClr>
                <a:schemeClr val="dk1"/>
              </a:buClr>
              <a:buSzPts val="900"/>
              <a:buFont typeface="Arial"/>
              <a:buNone/>
              <a:defRPr sz="900"/>
            </a:lvl6pPr>
            <a:lvl7pPr indent="-228600" lvl="6" marL="3200400" algn="l">
              <a:spcBef>
                <a:spcPts val="180"/>
              </a:spcBef>
              <a:spcAft>
                <a:spcPts val="0"/>
              </a:spcAft>
              <a:buClr>
                <a:schemeClr val="dk1"/>
              </a:buClr>
              <a:buSzPts val="900"/>
              <a:buFont typeface="Arial"/>
              <a:buNone/>
              <a:defRPr sz="900"/>
            </a:lvl7pPr>
            <a:lvl8pPr indent="-228600" lvl="7" marL="3657600" algn="l">
              <a:spcBef>
                <a:spcPts val="180"/>
              </a:spcBef>
              <a:spcAft>
                <a:spcPts val="0"/>
              </a:spcAft>
              <a:buClr>
                <a:schemeClr val="dk1"/>
              </a:buClr>
              <a:buSzPts val="900"/>
              <a:buFont typeface="Arial"/>
              <a:buNone/>
              <a:defRPr sz="900"/>
            </a:lvl8pPr>
            <a:lvl9pPr indent="-228600" lvl="8" marL="4114800" algn="l">
              <a:spcBef>
                <a:spcPts val="180"/>
              </a:spcBef>
              <a:spcAft>
                <a:spcPts val="0"/>
              </a:spcAft>
              <a:buClr>
                <a:schemeClr val="dk1"/>
              </a:buClr>
              <a:buSzPts val="900"/>
              <a:buFont typeface="Arial"/>
              <a:buNone/>
              <a:defRPr sz="900"/>
            </a:lvl9pPr>
          </a:lstStyle>
          <a:p/>
        </p:txBody>
      </p:sp>
      <p:sp>
        <p:nvSpPr>
          <p:cNvPr id="59" name="Google Shape;59;p93"/>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93"/>
          <p:cNvSpPr txBox="1"/>
          <p:nvPr>
            <p:ph idx="12" type="sldNum"/>
          </p:nvPr>
        </p:nvSpPr>
        <p:spPr>
          <a:xfrm>
            <a:off x="6934200" y="6550025"/>
            <a:ext cx="2133600" cy="231775"/>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1" name="Shape 61"/>
        <p:cNvGrpSpPr/>
        <p:nvPr/>
      </p:nvGrpSpPr>
      <p:grpSpPr>
        <a:xfrm>
          <a:off x="0" y="0"/>
          <a:ext cx="0" cy="0"/>
          <a:chOff x="0" y="0"/>
          <a:chExt cx="0" cy="0"/>
        </a:xfrm>
      </p:grpSpPr>
      <p:sp>
        <p:nvSpPr>
          <p:cNvPr id="62" name="Google Shape;62;p94"/>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63" name="Google Shape;63;p94"/>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94"/>
          <p:cNvSpPr txBox="1"/>
          <p:nvPr>
            <p:ph idx="12" type="sldNum"/>
          </p:nvPr>
        </p:nvSpPr>
        <p:spPr>
          <a:xfrm>
            <a:off x="6934200" y="6550025"/>
            <a:ext cx="2133600" cy="231775"/>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65" name="Shape 65"/>
        <p:cNvGrpSpPr/>
        <p:nvPr/>
      </p:nvGrpSpPr>
      <p:grpSpPr>
        <a:xfrm>
          <a:off x="0" y="0"/>
          <a:ext cx="0" cy="0"/>
          <a:chOff x="0" y="0"/>
          <a:chExt cx="0" cy="0"/>
        </a:xfrm>
      </p:grpSpPr>
      <p:sp>
        <p:nvSpPr>
          <p:cNvPr id="66" name="Google Shape;66;p95"/>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67" name="Google Shape;67;p95"/>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Autofit/>
          </a:bodyPr>
          <a:lstStyle>
            <a:lvl1pPr indent="-228600" lvl="0" marL="457200" algn="l">
              <a:spcBef>
                <a:spcPts val="480"/>
              </a:spcBef>
              <a:spcAft>
                <a:spcPts val="0"/>
              </a:spcAft>
              <a:buClr>
                <a:schemeClr val="dk1"/>
              </a:buClr>
              <a:buSzPts val="2400"/>
              <a:buFont typeface="Arial"/>
              <a:buNone/>
              <a:defRPr b="1" sz="2400"/>
            </a:lvl1pPr>
            <a:lvl2pPr indent="-228600" lvl="1" marL="914400" algn="l">
              <a:spcBef>
                <a:spcPts val="400"/>
              </a:spcBef>
              <a:spcAft>
                <a:spcPts val="0"/>
              </a:spcAft>
              <a:buClr>
                <a:schemeClr val="dk1"/>
              </a:buClr>
              <a:buSzPts val="2000"/>
              <a:buFont typeface="Arial"/>
              <a:buNone/>
              <a:defRPr b="1" sz="2000"/>
            </a:lvl2pPr>
            <a:lvl3pPr indent="-228600" lvl="2" marL="1371600" algn="l">
              <a:spcBef>
                <a:spcPts val="360"/>
              </a:spcBef>
              <a:spcAft>
                <a:spcPts val="0"/>
              </a:spcAft>
              <a:buClr>
                <a:schemeClr val="dk1"/>
              </a:buClr>
              <a:buSzPts val="1800"/>
              <a:buFont typeface="Arial"/>
              <a:buNone/>
              <a:defRPr b="1" sz="1800"/>
            </a:lvl3pPr>
            <a:lvl4pPr indent="-228600" lvl="3" marL="1828800" algn="l">
              <a:spcBef>
                <a:spcPts val="320"/>
              </a:spcBef>
              <a:spcAft>
                <a:spcPts val="0"/>
              </a:spcAft>
              <a:buClr>
                <a:schemeClr val="dk1"/>
              </a:buClr>
              <a:buSzPts val="1600"/>
              <a:buFont typeface="Arial"/>
              <a:buNone/>
              <a:defRPr b="1" sz="1600"/>
            </a:lvl4pPr>
            <a:lvl5pPr indent="-228600" lvl="4" marL="2286000" algn="l">
              <a:spcBef>
                <a:spcPts val="320"/>
              </a:spcBef>
              <a:spcAft>
                <a:spcPts val="0"/>
              </a:spcAft>
              <a:buClr>
                <a:schemeClr val="dk1"/>
              </a:buClr>
              <a:buSzPts val="1600"/>
              <a:buFont typeface="Arial"/>
              <a:buNone/>
              <a:defRPr b="1" sz="1600"/>
            </a:lvl5pPr>
            <a:lvl6pPr indent="-228600" lvl="5" marL="2743200" algn="l">
              <a:spcBef>
                <a:spcPts val="320"/>
              </a:spcBef>
              <a:spcAft>
                <a:spcPts val="0"/>
              </a:spcAft>
              <a:buClr>
                <a:schemeClr val="dk1"/>
              </a:buClr>
              <a:buSzPts val="1600"/>
              <a:buFont typeface="Arial"/>
              <a:buNone/>
              <a:defRPr b="1" sz="1600"/>
            </a:lvl6pPr>
            <a:lvl7pPr indent="-228600" lvl="6" marL="3200400" algn="l">
              <a:spcBef>
                <a:spcPts val="320"/>
              </a:spcBef>
              <a:spcAft>
                <a:spcPts val="0"/>
              </a:spcAft>
              <a:buClr>
                <a:schemeClr val="dk1"/>
              </a:buClr>
              <a:buSzPts val="1600"/>
              <a:buFont typeface="Arial"/>
              <a:buNone/>
              <a:defRPr b="1" sz="1600"/>
            </a:lvl7pPr>
            <a:lvl8pPr indent="-228600" lvl="7" marL="3657600" algn="l">
              <a:spcBef>
                <a:spcPts val="320"/>
              </a:spcBef>
              <a:spcAft>
                <a:spcPts val="0"/>
              </a:spcAft>
              <a:buClr>
                <a:schemeClr val="dk1"/>
              </a:buClr>
              <a:buSzPts val="1600"/>
              <a:buFont typeface="Arial"/>
              <a:buNone/>
              <a:defRPr b="1" sz="1600"/>
            </a:lvl8pPr>
            <a:lvl9pPr indent="-228600" lvl="8" marL="4114800" algn="l">
              <a:spcBef>
                <a:spcPts val="320"/>
              </a:spcBef>
              <a:spcAft>
                <a:spcPts val="0"/>
              </a:spcAft>
              <a:buClr>
                <a:schemeClr val="dk1"/>
              </a:buClr>
              <a:buSzPts val="1600"/>
              <a:buFont typeface="Arial"/>
              <a:buNone/>
              <a:defRPr b="1" sz="1600"/>
            </a:lvl9pPr>
          </a:lstStyle>
          <a:p/>
        </p:txBody>
      </p:sp>
      <p:sp>
        <p:nvSpPr>
          <p:cNvPr id="68" name="Google Shape;68;p95"/>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Autofit/>
          </a:bodyPr>
          <a:lstStyle>
            <a:lvl1pPr indent="-381000" lvl="0" marL="457200" algn="l">
              <a:spcBef>
                <a:spcPts val="480"/>
              </a:spcBef>
              <a:spcAft>
                <a:spcPts val="0"/>
              </a:spcAft>
              <a:buClr>
                <a:schemeClr val="dk1"/>
              </a:buClr>
              <a:buSzPts val="2400"/>
              <a:buFont typeface="Arial"/>
              <a:buChar char="•"/>
              <a:defRPr sz="2400"/>
            </a:lvl1pPr>
            <a:lvl2pPr indent="-355600" lvl="1" marL="914400" algn="l">
              <a:spcBef>
                <a:spcPts val="400"/>
              </a:spcBef>
              <a:spcAft>
                <a:spcPts val="0"/>
              </a:spcAft>
              <a:buClr>
                <a:schemeClr val="dk1"/>
              </a:buClr>
              <a:buSzPts val="2000"/>
              <a:buFont typeface="Arial"/>
              <a:buChar char="–"/>
              <a:defRPr sz="2000"/>
            </a:lvl2pPr>
            <a:lvl3pPr indent="-342900" lvl="2" marL="1371600" algn="l">
              <a:spcBef>
                <a:spcPts val="360"/>
              </a:spcBef>
              <a:spcAft>
                <a:spcPts val="0"/>
              </a:spcAft>
              <a:buClr>
                <a:schemeClr val="dk1"/>
              </a:buClr>
              <a:buSzPts val="1800"/>
              <a:buFont typeface="Arial"/>
              <a:buChar char="•"/>
              <a:defRPr sz="1800"/>
            </a:lvl3pPr>
            <a:lvl4pPr indent="-330200" lvl="3" marL="1828800" algn="l">
              <a:spcBef>
                <a:spcPts val="320"/>
              </a:spcBef>
              <a:spcAft>
                <a:spcPts val="0"/>
              </a:spcAft>
              <a:buClr>
                <a:schemeClr val="dk1"/>
              </a:buClr>
              <a:buSzPts val="1600"/>
              <a:buFont typeface="Arial"/>
              <a:buChar char="–"/>
              <a:defRPr sz="1600"/>
            </a:lvl4pPr>
            <a:lvl5pPr indent="-330200" lvl="4" marL="2286000" algn="l">
              <a:spcBef>
                <a:spcPts val="320"/>
              </a:spcBef>
              <a:spcAft>
                <a:spcPts val="0"/>
              </a:spcAft>
              <a:buClr>
                <a:schemeClr val="dk1"/>
              </a:buClr>
              <a:buSzPts val="1600"/>
              <a:buFont typeface="Arial"/>
              <a:buChar char="»"/>
              <a:defRPr sz="1600"/>
            </a:lvl5pPr>
            <a:lvl6pPr indent="-330200" lvl="5" marL="2743200" algn="l">
              <a:spcBef>
                <a:spcPts val="320"/>
              </a:spcBef>
              <a:spcAft>
                <a:spcPts val="0"/>
              </a:spcAft>
              <a:buClr>
                <a:schemeClr val="dk1"/>
              </a:buClr>
              <a:buSzPts val="1600"/>
              <a:buFont typeface="Arial"/>
              <a:buChar char="»"/>
              <a:defRPr sz="1600"/>
            </a:lvl6pPr>
            <a:lvl7pPr indent="-330200" lvl="6" marL="3200400" algn="l">
              <a:spcBef>
                <a:spcPts val="320"/>
              </a:spcBef>
              <a:spcAft>
                <a:spcPts val="0"/>
              </a:spcAft>
              <a:buClr>
                <a:schemeClr val="dk1"/>
              </a:buClr>
              <a:buSzPts val="1600"/>
              <a:buFont typeface="Arial"/>
              <a:buChar char="»"/>
              <a:defRPr sz="1600"/>
            </a:lvl7pPr>
            <a:lvl8pPr indent="-330200" lvl="7" marL="3657600" algn="l">
              <a:spcBef>
                <a:spcPts val="320"/>
              </a:spcBef>
              <a:spcAft>
                <a:spcPts val="0"/>
              </a:spcAft>
              <a:buClr>
                <a:schemeClr val="dk1"/>
              </a:buClr>
              <a:buSzPts val="1600"/>
              <a:buFont typeface="Arial"/>
              <a:buChar char="»"/>
              <a:defRPr sz="1600"/>
            </a:lvl8pPr>
            <a:lvl9pPr indent="-330200" lvl="8" marL="4114800" algn="l">
              <a:spcBef>
                <a:spcPts val="320"/>
              </a:spcBef>
              <a:spcAft>
                <a:spcPts val="0"/>
              </a:spcAft>
              <a:buClr>
                <a:schemeClr val="dk1"/>
              </a:buClr>
              <a:buSzPts val="1600"/>
              <a:buFont typeface="Arial"/>
              <a:buChar char="»"/>
              <a:defRPr sz="1600"/>
            </a:lvl9pPr>
          </a:lstStyle>
          <a:p/>
        </p:txBody>
      </p:sp>
      <p:sp>
        <p:nvSpPr>
          <p:cNvPr id="69" name="Google Shape;69;p95"/>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Autofit/>
          </a:bodyPr>
          <a:lstStyle>
            <a:lvl1pPr indent="-228600" lvl="0" marL="457200" algn="l">
              <a:spcBef>
                <a:spcPts val="480"/>
              </a:spcBef>
              <a:spcAft>
                <a:spcPts val="0"/>
              </a:spcAft>
              <a:buClr>
                <a:schemeClr val="dk1"/>
              </a:buClr>
              <a:buSzPts val="2400"/>
              <a:buFont typeface="Arial"/>
              <a:buNone/>
              <a:defRPr b="1" sz="2400"/>
            </a:lvl1pPr>
            <a:lvl2pPr indent="-228600" lvl="1" marL="914400" algn="l">
              <a:spcBef>
                <a:spcPts val="400"/>
              </a:spcBef>
              <a:spcAft>
                <a:spcPts val="0"/>
              </a:spcAft>
              <a:buClr>
                <a:schemeClr val="dk1"/>
              </a:buClr>
              <a:buSzPts val="2000"/>
              <a:buFont typeface="Arial"/>
              <a:buNone/>
              <a:defRPr b="1" sz="2000"/>
            </a:lvl2pPr>
            <a:lvl3pPr indent="-228600" lvl="2" marL="1371600" algn="l">
              <a:spcBef>
                <a:spcPts val="360"/>
              </a:spcBef>
              <a:spcAft>
                <a:spcPts val="0"/>
              </a:spcAft>
              <a:buClr>
                <a:schemeClr val="dk1"/>
              </a:buClr>
              <a:buSzPts val="1800"/>
              <a:buFont typeface="Arial"/>
              <a:buNone/>
              <a:defRPr b="1" sz="1800"/>
            </a:lvl3pPr>
            <a:lvl4pPr indent="-228600" lvl="3" marL="1828800" algn="l">
              <a:spcBef>
                <a:spcPts val="320"/>
              </a:spcBef>
              <a:spcAft>
                <a:spcPts val="0"/>
              </a:spcAft>
              <a:buClr>
                <a:schemeClr val="dk1"/>
              </a:buClr>
              <a:buSzPts val="1600"/>
              <a:buFont typeface="Arial"/>
              <a:buNone/>
              <a:defRPr b="1" sz="1600"/>
            </a:lvl4pPr>
            <a:lvl5pPr indent="-228600" lvl="4" marL="2286000" algn="l">
              <a:spcBef>
                <a:spcPts val="320"/>
              </a:spcBef>
              <a:spcAft>
                <a:spcPts val="0"/>
              </a:spcAft>
              <a:buClr>
                <a:schemeClr val="dk1"/>
              </a:buClr>
              <a:buSzPts val="1600"/>
              <a:buFont typeface="Arial"/>
              <a:buNone/>
              <a:defRPr b="1" sz="1600"/>
            </a:lvl5pPr>
            <a:lvl6pPr indent="-228600" lvl="5" marL="2743200" algn="l">
              <a:spcBef>
                <a:spcPts val="320"/>
              </a:spcBef>
              <a:spcAft>
                <a:spcPts val="0"/>
              </a:spcAft>
              <a:buClr>
                <a:schemeClr val="dk1"/>
              </a:buClr>
              <a:buSzPts val="1600"/>
              <a:buFont typeface="Arial"/>
              <a:buNone/>
              <a:defRPr b="1" sz="1600"/>
            </a:lvl6pPr>
            <a:lvl7pPr indent="-228600" lvl="6" marL="3200400" algn="l">
              <a:spcBef>
                <a:spcPts val="320"/>
              </a:spcBef>
              <a:spcAft>
                <a:spcPts val="0"/>
              </a:spcAft>
              <a:buClr>
                <a:schemeClr val="dk1"/>
              </a:buClr>
              <a:buSzPts val="1600"/>
              <a:buFont typeface="Arial"/>
              <a:buNone/>
              <a:defRPr b="1" sz="1600"/>
            </a:lvl7pPr>
            <a:lvl8pPr indent="-228600" lvl="7" marL="3657600" algn="l">
              <a:spcBef>
                <a:spcPts val="320"/>
              </a:spcBef>
              <a:spcAft>
                <a:spcPts val="0"/>
              </a:spcAft>
              <a:buClr>
                <a:schemeClr val="dk1"/>
              </a:buClr>
              <a:buSzPts val="1600"/>
              <a:buFont typeface="Arial"/>
              <a:buNone/>
              <a:defRPr b="1" sz="1600"/>
            </a:lvl8pPr>
            <a:lvl9pPr indent="-228600" lvl="8" marL="4114800" algn="l">
              <a:spcBef>
                <a:spcPts val="320"/>
              </a:spcBef>
              <a:spcAft>
                <a:spcPts val="0"/>
              </a:spcAft>
              <a:buClr>
                <a:schemeClr val="dk1"/>
              </a:buClr>
              <a:buSzPts val="1600"/>
              <a:buFont typeface="Arial"/>
              <a:buNone/>
              <a:defRPr b="1" sz="1600"/>
            </a:lvl9pPr>
          </a:lstStyle>
          <a:p/>
        </p:txBody>
      </p:sp>
      <p:sp>
        <p:nvSpPr>
          <p:cNvPr id="70" name="Google Shape;70;p95"/>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Autofit/>
          </a:bodyPr>
          <a:lstStyle>
            <a:lvl1pPr indent="-381000" lvl="0" marL="457200" algn="l">
              <a:spcBef>
                <a:spcPts val="480"/>
              </a:spcBef>
              <a:spcAft>
                <a:spcPts val="0"/>
              </a:spcAft>
              <a:buClr>
                <a:schemeClr val="dk1"/>
              </a:buClr>
              <a:buSzPts val="2400"/>
              <a:buFont typeface="Arial"/>
              <a:buChar char="•"/>
              <a:defRPr sz="2400"/>
            </a:lvl1pPr>
            <a:lvl2pPr indent="-355600" lvl="1" marL="914400" algn="l">
              <a:spcBef>
                <a:spcPts val="400"/>
              </a:spcBef>
              <a:spcAft>
                <a:spcPts val="0"/>
              </a:spcAft>
              <a:buClr>
                <a:schemeClr val="dk1"/>
              </a:buClr>
              <a:buSzPts val="2000"/>
              <a:buFont typeface="Arial"/>
              <a:buChar char="–"/>
              <a:defRPr sz="2000"/>
            </a:lvl2pPr>
            <a:lvl3pPr indent="-342900" lvl="2" marL="1371600" algn="l">
              <a:spcBef>
                <a:spcPts val="360"/>
              </a:spcBef>
              <a:spcAft>
                <a:spcPts val="0"/>
              </a:spcAft>
              <a:buClr>
                <a:schemeClr val="dk1"/>
              </a:buClr>
              <a:buSzPts val="1800"/>
              <a:buFont typeface="Arial"/>
              <a:buChar char="•"/>
              <a:defRPr sz="1800"/>
            </a:lvl3pPr>
            <a:lvl4pPr indent="-330200" lvl="3" marL="1828800" algn="l">
              <a:spcBef>
                <a:spcPts val="320"/>
              </a:spcBef>
              <a:spcAft>
                <a:spcPts val="0"/>
              </a:spcAft>
              <a:buClr>
                <a:schemeClr val="dk1"/>
              </a:buClr>
              <a:buSzPts val="1600"/>
              <a:buFont typeface="Arial"/>
              <a:buChar char="–"/>
              <a:defRPr sz="1600"/>
            </a:lvl4pPr>
            <a:lvl5pPr indent="-330200" lvl="4" marL="2286000" algn="l">
              <a:spcBef>
                <a:spcPts val="320"/>
              </a:spcBef>
              <a:spcAft>
                <a:spcPts val="0"/>
              </a:spcAft>
              <a:buClr>
                <a:schemeClr val="dk1"/>
              </a:buClr>
              <a:buSzPts val="1600"/>
              <a:buFont typeface="Arial"/>
              <a:buChar char="»"/>
              <a:defRPr sz="1600"/>
            </a:lvl5pPr>
            <a:lvl6pPr indent="-330200" lvl="5" marL="2743200" algn="l">
              <a:spcBef>
                <a:spcPts val="320"/>
              </a:spcBef>
              <a:spcAft>
                <a:spcPts val="0"/>
              </a:spcAft>
              <a:buClr>
                <a:schemeClr val="dk1"/>
              </a:buClr>
              <a:buSzPts val="1600"/>
              <a:buFont typeface="Arial"/>
              <a:buChar char="»"/>
              <a:defRPr sz="1600"/>
            </a:lvl6pPr>
            <a:lvl7pPr indent="-330200" lvl="6" marL="3200400" algn="l">
              <a:spcBef>
                <a:spcPts val="320"/>
              </a:spcBef>
              <a:spcAft>
                <a:spcPts val="0"/>
              </a:spcAft>
              <a:buClr>
                <a:schemeClr val="dk1"/>
              </a:buClr>
              <a:buSzPts val="1600"/>
              <a:buFont typeface="Arial"/>
              <a:buChar char="»"/>
              <a:defRPr sz="1600"/>
            </a:lvl7pPr>
            <a:lvl8pPr indent="-330200" lvl="7" marL="3657600" algn="l">
              <a:spcBef>
                <a:spcPts val="320"/>
              </a:spcBef>
              <a:spcAft>
                <a:spcPts val="0"/>
              </a:spcAft>
              <a:buClr>
                <a:schemeClr val="dk1"/>
              </a:buClr>
              <a:buSzPts val="1600"/>
              <a:buFont typeface="Arial"/>
              <a:buChar char="»"/>
              <a:defRPr sz="1600"/>
            </a:lvl8pPr>
            <a:lvl9pPr indent="-330200" lvl="8" marL="4114800" algn="l">
              <a:spcBef>
                <a:spcPts val="320"/>
              </a:spcBef>
              <a:spcAft>
                <a:spcPts val="0"/>
              </a:spcAft>
              <a:buClr>
                <a:schemeClr val="dk1"/>
              </a:buClr>
              <a:buSzPts val="1600"/>
              <a:buFont typeface="Arial"/>
              <a:buChar char="»"/>
              <a:defRPr sz="1600"/>
            </a:lvl9pPr>
          </a:lstStyle>
          <a:p/>
        </p:txBody>
      </p:sp>
      <p:sp>
        <p:nvSpPr>
          <p:cNvPr id="71" name="Google Shape;71;p95"/>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95"/>
          <p:cNvSpPr txBox="1"/>
          <p:nvPr>
            <p:ph idx="12" type="sldNum"/>
          </p:nvPr>
        </p:nvSpPr>
        <p:spPr>
          <a:xfrm>
            <a:off x="6934200" y="6550025"/>
            <a:ext cx="2133600" cy="231775"/>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73" name="Shape 73"/>
        <p:cNvGrpSpPr/>
        <p:nvPr/>
      </p:nvGrpSpPr>
      <p:grpSpPr>
        <a:xfrm>
          <a:off x="0" y="0"/>
          <a:ext cx="0" cy="0"/>
          <a:chOff x="0" y="0"/>
          <a:chExt cx="0" cy="0"/>
        </a:xfrm>
      </p:grpSpPr>
      <p:sp>
        <p:nvSpPr>
          <p:cNvPr id="74" name="Google Shape;74;p96"/>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b="1" sz="4000"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75" name="Google Shape;75;p96"/>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Autofit/>
          </a:bodyPr>
          <a:lstStyle>
            <a:lvl1pPr indent="-228600" lvl="0" marL="457200" algn="l">
              <a:spcBef>
                <a:spcPts val="400"/>
              </a:spcBef>
              <a:spcAft>
                <a:spcPts val="0"/>
              </a:spcAft>
              <a:buClr>
                <a:schemeClr val="dk1"/>
              </a:buClr>
              <a:buSzPts val="2000"/>
              <a:buFont typeface="Arial"/>
              <a:buNone/>
              <a:defRPr sz="2000"/>
            </a:lvl1pPr>
            <a:lvl2pPr indent="-228600" lvl="1" marL="914400" algn="l">
              <a:spcBef>
                <a:spcPts val="360"/>
              </a:spcBef>
              <a:spcAft>
                <a:spcPts val="0"/>
              </a:spcAft>
              <a:buClr>
                <a:schemeClr val="dk1"/>
              </a:buClr>
              <a:buSzPts val="1800"/>
              <a:buFont typeface="Arial"/>
              <a:buNone/>
              <a:defRPr sz="1800"/>
            </a:lvl2pPr>
            <a:lvl3pPr indent="-228600" lvl="2" marL="1371600" algn="l">
              <a:spcBef>
                <a:spcPts val="320"/>
              </a:spcBef>
              <a:spcAft>
                <a:spcPts val="0"/>
              </a:spcAft>
              <a:buClr>
                <a:schemeClr val="dk1"/>
              </a:buClr>
              <a:buSzPts val="1600"/>
              <a:buFont typeface="Arial"/>
              <a:buNone/>
              <a:defRPr sz="1600"/>
            </a:lvl3pPr>
            <a:lvl4pPr indent="-228600" lvl="3" marL="1828800" algn="l">
              <a:spcBef>
                <a:spcPts val="280"/>
              </a:spcBef>
              <a:spcAft>
                <a:spcPts val="0"/>
              </a:spcAft>
              <a:buClr>
                <a:schemeClr val="dk1"/>
              </a:buClr>
              <a:buSzPts val="1400"/>
              <a:buFont typeface="Arial"/>
              <a:buNone/>
              <a:defRPr sz="1400"/>
            </a:lvl4pPr>
            <a:lvl5pPr indent="-228600" lvl="4" marL="2286000" algn="l">
              <a:spcBef>
                <a:spcPts val="280"/>
              </a:spcBef>
              <a:spcAft>
                <a:spcPts val="0"/>
              </a:spcAft>
              <a:buClr>
                <a:schemeClr val="dk1"/>
              </a:buClr>
              <a:buSzPts val="1400"/>
              <a:buFont typeface="Arial"/>
              <a:buNone/>
              <a:defRPr sz="1400"/>
            </a:lvl5pPr>
            <a:lvl6pPr indent="-228600" lvl="5" marL="2743200" algn="l">
              <a:spcBef>
                <a:spcPts val="280"/>
              </a:spcBef>
              <a:spcAft>
                <a:spcPts val="0"/>
              </a:spcAft>
              <a:buClr>
                <a:schemeClr val="dk1"/>
              </a:buClr>
              <a:buSzPts val="1400"/>
              <a:buFont typeface="Arial"/>
              <a:buNone/>
              <a:defRPr sz="1400"/>
            </a:lvl6pPr>
            <a:lvl7pPr indent="-228600" lvl="6" marL="3200400" algn="l">
              <a:spcBef>
                <a:spcPts val="280"/>
              </a:spcBef>
              <a:spcAft>
                <a:spcPts val="0"/>
              </a:spcAft>
              <a:buClr>
                <a:schemeClr val="dk1"/>
              </a:buClr>
              <a:buSzPts val="1400"/>
              <a:buFont typeface="Arial"/>
              <a:buNone/>
              <a:defRPr sz="1400"/>
            </a:lvl7pPr>
            <a:lvl8pPr indent="-228600" lvl="7" marL="3657600" algn="l">
              <a:spcBef>
                <a:spcPts val="280"/>
              </a:spcBef>
              <a:spcAft>
                <a:spcPts val="0"/>
              </a:spcAft>
              <a:buClr>
                <a:schemeClr val="dk1"/>
              </a:buClr>
              <a:buSzPts val="1400"/>
              <a:buFont typeface="Arial"/>
              <a:buNone/>
              <a:defRPr sz="1400"/>
            </a:lvl8pPr>
            <a:lvl9pPr indent="-228600" lvl="8" marL="4114800" algn="l">
              <a:spcBef>
                <a:spcPts val="280"/>
              </a:spcBef>
              <a:spcAft>
                <a:spcPts val="0"/>
              </a:spcAft>
              <a:buClr>
                <a:schemeClr val="dk1"/>
              </a:buClr>
              <a:buSzPts val="1400"/>
              <a:buFont typeface="Arial"/>
              <a:buNone/>
              <a:defRPr sz="1400"/>
            </a:lvl9pPr>
          </a:lstStyle>
          <a:p/>
        </p:txBody>
      </p:sp>
      <p:sp>
        <p:nvSpPr>
          <p:cNvPr id="76" name="Google Shape;76;p96"/>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96"/>
          <p:cNvSpPr txBox="1"/>
          <p:nvPr>
            <p:ph idx="12" type="sldNum"/>
          </p:nvPr>
        </p:nvSpPr>
        <p:spPr>
          <a:xfrm>
            <a:off x="6934200" y="6550025"/>
            <a:ext cx="2133600" cy="231775"/>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over Text" type="objOverTx">
  <p:cSld name="OBJECT_OVER_TEXT">
    <p:spTree>
      <p:nvGrpSpPr>
        <p:cNvPr id="84" name="Shape 84"/>
        <p:cNvGrpSpPr/>
        <p:nvPr/>
      </p:nvGrpSpPr>
      <p:grpSpPr>
        <a:xfrm>
          <a:off x="0" y="0"/>
          <a:ext cx="0" cy="0"/>
          <a:chOff x="0" y="0"/>
          <a:chExt cx="0" cy="0"/>
        </a:xfrm>
      </p:grpSpPr>
      <p:sp>
        <p:nvSpPr>
          <p:cNvPr id="85" name="Google Shape;85;p8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86" name="Google Shape;86;p83"/>
          <p:cNvSpPr txBox="1"/>
          <p:nvPr>
            <p:ph idx="1" type="body"/>
          </p:nvPr>
        </p:nvSpPr>
        <p:spPr>
          <a:xfrm>
            <a:off x="457200" y="1600200"/>
            <a:ext cx="8229600" cy="2185988"/>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7" name="Google Shape;87;p83"/>
          <p:cNvSpPr txBox="1"/>
          <p:nvPr>
            <p:ph idx="2" type="body"/>
          </p:nvPr>
        </p:nvSpPr>
        <p:spPr>
          <a:xfrm>
            <a:off x="457200" y="3938588"/>
            <a:ext cx="8229600" cy="2187575"/>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8" name="Google Shape;88;p83"/>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9" name="Google Shape;89;p83"/>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0" name="Google Shape;90;p83"/>
          <p:cNvSpPr txBox="1"/>
          <p:nvPr>
            <p:ph idx="12" type="sldNum"/>
          </p:nvPr>
        </p:nvSpPr>
        <p:spPr>
          <a:xfrm>
            <a:off x="6934200" y="6550025"/>
            <a:ext cx="2133600" cy="231775"/>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over Content" type="txOverObj">
  <p:cSld name="TEXT_OVER_OBJECT">
    <p:spTree>
      <p:nvGrpSpPr>
        <p:cNvPr id="97" name="Shape 97"/>
        <p:cNvGrpSpPr/>
        <p:nvPr/>
      </p:nvGrpSpPr>
      <p:grpSpPr>
        <a:xfrm>
          <a:off x="0" y="0"/>
          <a:ext cx="0" cy="0"/>
          <a:chOff x="0" y="0"/>
          <a:chExt cx="0" cy="0"/>
        </a:xfrm>
      </p:grpSpPr>
      <p:sp>
        <p:nvSpPr>
          <p:cNvPr id="98" name="Google Shape;98;p8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99" name="Google Shape;99;p87"/>
          <p:cNvSpPr txBox="1"/>
          <p:nvPr>
            <p:ph idx="1" type="body"/>
          </p:nvPr>
        </p:nvSpPr>
        <p:spPr>
          <a:xfrm>
            <a:off x="457200" y="1600200"/>
            <a:ext cx="8229600" cy="2185988"/>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00" name="Google Shape;100;p87"/>
          <p:cNvSpPr txBox="1"/>
          <p:nvPr>
            <p:ph idx="2" type="body"/>
          </p:nvPr>
        </p:nvSpPr>
        <p:spPr>
          <a:xfrm>
            <a:off x="457200" y="3938588"/>
            <a:ext cx="8229600" cy="2187575"/>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01" name="Google Shape;101;p87"/>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2" name="Google Shape;102;p87"/>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3" name="Google Shape;103;p87"/>
          <p:cNvSpPr txBox="1"/>
          <p:nvPr>
            <p:ph idx="12" type="sldNum"/>
          </p:nvPr>
        </p:nvSpPr>
        <p:spPr>
          <a:xfrm>
            <a:off x="6934200" y="6550025"/>
            <a:ext cx="2133600" cy="231775"/>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type="objOnly">
  <p:cSld name="OBJECT_ONLY">
    <p:spTree>
      <p:nvGrpSpPr>
        <p:cNvPr id="110" name="Shape 110"/>
        <p:cNvGrpSpPr/>
        <p:nvPr/>
      </p:nvGrpSpPr>
      <p:grpSpPr>
        <a:xfrm>
          <a:off x="0" y="0"/>
          <a:ext cx="0" cy="0"/>
          <a:chOff x="0" y="0"/>
          <a:chExt cx="0" cy="0"/>
        </a:xfrm>
      </p:grpSpPr>
      <p:sp>
        <p:nvSpPr>
          <p:cNvPr id="111" name="Google Shape;111;p89"/>
          <p:cNvSpPr txBox="1"/>
          <p:nvPr>
            <p:ph idx="1" type="body"/>
          </p:nvPr>
        </p:nvSpPr>
        <p:spPr>
          <a:xfrm>
            <a:off x="457200" y="274638"/>
            <a:ext cx="8229600" cy="5851525"/>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12" name="Google Shape;112;p89"/>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3" name="Google Shape;113;p89"/>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4" name="Google Shape;114;p89"/>
          <p:cNvSpPr txBox="1"/>
          <p:nvPr>
            <p:ph idx="12" type="sldNum"/>
          </p:nvPr>
        </p:nvSpPr>
        <p:spPr>
          <a:xfrm>
            <a:off x="6934200" y="6550025"/>
            <a:ext cx="2133600" cy="231775"/>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theme" Target="../theme/theme4.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78"/>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1pPr>
            <a:lvl2pPr lvl="1"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2pPr>
            <a:lvl3pPr lvl="2"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3pPr>
            <a:lvl4pPr lvl="3"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4pPr>
            <a:lvl5pPr lvl="4"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5pPr>
            <a:lvl6pPr lvl="5"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6pPr>
            <a:lvl7pPr lvl="6"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7pPr>
            <a:lvl8pPr lvl="7"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8pPr>
            <a:lvl9pPr lvl="8"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9pPr>
          </a:lstStyle>
          <a:p/>
        </p:txBody>
      </p:sp>
      <p:sp>
        <p:nvSpPr>
          <p:cNvPr id="11" name="Google Shape;11;p78"/>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Arial"/>
                <a:ea typeface="Arial"/>
                <a:cs typeface="Arial"/>
                <a:sym typeface="Arial"/>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12" name="Google Shape;12;p78"/>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3" name="Google Shape;13;p78"/>
          <p:cNvSpPr txBox="1"/>
          <p:nvPr>
            <p:ph idx="12" type="sldNum"/>
          </p:nvPr>
        </p:nvSpPr>
        <p:spPr>
          <a:xfrm>
            <a:off x="6934200" y="6550025"/>
            <a:ext cx="2133600" cy="231775"/>
          </a:xfrm>
          <a:prstGeom prst="rect">
            <a:avLst/>
          </a:prstGeom>
          <a:noFill/>
          <a:ln>
            <a:noFill/>
          </a:ln>
        </p:spPr>
        <p:txBody>
          <a:bodyPr anchorCtr="0" anchor="t" bIns="45700" lIns="91425" spcFirstLastPara="1" rIns="91425" wrap="square" tIns="45700">
            <a:noAutofit/>
          </a:bodyPr>
          <a:lstStyle>
            <a:lvl1pPr indent="0" lvl="0" marL="0" marR="0" rtl="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0" lvl="1" marL="0" marR="0" rtl="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2pPr>
            <a:lvl3pPr indent="0" lvl="2" marL="0" marR="0" rtl="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3pPr>
            <a:lvl4pPr indent="0" lvl="3" marL="0" marR="0" rtl="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4pPr>
            <a:lvl5pPr indent="0" lvl="4" marL="0" marR="0" rtl="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5pPr>
            <a:lvl6pPr indent="0" lvl="5" marL="0" marR="0" rtl="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6pPr>
            <a:lvl7pPr indent="0" lvl="6" marL="0" marR="0" rtl="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7pPr>
            <a:lvl8pPr indent="0" lvl="7" marL="0" marR="0" rtl="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8pPr>
            <a:lvl9pPr indent="0" lvl="8" marL="0" marR="0" rtl="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solidFill>
                <a:srgbClr val="000000"/>
              </a:solidFill>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8" name="Shape 78"/>
        <p:cNvGrpSpPr/>
        <p:nvPr/>
      </p:nvGrpSpPr>
      <p:grpSpPr>
        <a:xfrm>
          <a:off x="0" y="0"/>
          <a:ext cx="0" cy="0"/>
          <a:chOff x="0" y="0"/>
          <a:chExt cx="0" cy="0"/>
        </a:xfrm>
      </p:grpSpPr>
      <p:sp>
        <p:nvSpPr>
          <p:cNvPr id="79" name="Google Shape;79;p82"/>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1pPr>
            <a:lvl2pPr lvl="1"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2pPr>
            <a:lvl3pPr lvl="2"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3pPr>
            <a:lvl4pPr lvl="3"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4pPr>
            <a:lvl5pPr lvl="4"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5pPr>
            <a:lvl6pPr lvl="5"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6pPr>
            <a:lvl7pPr lvl="6"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7pPr>
            <a:lvl8pPr lvl="7"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8pPr>
            <a:lvl9pPr lvl="8"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9pPr>
          </a:lstStyle>
          <a:p/>
        </p:txBody>
      </p:sp>
      <p:sp>
        <p:nvSpPr>
          <p:cNvPr id="80" name="Google Shape;80;p82"/>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Arial"/>
                <a:ea typeface="Arial"/>
                <a:cs typeface="Arial"/>
                <a:sym typeface="Arial"/>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81" name="Google Shape;81;p82"/>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2" name="Google Shape;82;p82"/>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3" name="Google Shape;83;p82"/>
          <p:cNvSpPr txBox="1"/>
          <p:nvPr>
            <p:ph idx="12" type="sldNum"/>
          </p:nvPr>
        </p:nvSpPr>
        <p:spPr>
          <a:xfrm>
            <a:off x="6934200" y="6550025"/>
            <a:ext cx="2133600" cy="231775"/>
          </a:xfrm>
          <a:prstGeom prst="rect">
            <a:avLst/>
          </a:prstGeom>
          <a:noFill/>
          <a:ln>
            <a:noFill/>
          </a:ln>
        </p:spPr>
        <p:txBody>
          <a:bodyPr anchorCtr="0" anchor="t" bIns="45700" lIns="91425" spcFirstLastPara="1" rIns="91425" wrap="square" tIns="45700">
            <a:noAutofit/>
          </a:bodyPr>
          <a:lstStyle>
            <a:lvl1pPr indent="0" lvl="0" marL="0" marR="0" rtl="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0" lvl="1" marL="0" marR="0" rtl="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2pPr>
            <a:lvl3pPr indent="0" lvl="2" marL="0" marR="0" rtl="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3pPr>
            <a:lvl4pPr indent="0" lvl="3" marL="0" marR="0" rtl="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4pPr>
            <a:lvl5pPr indent="0" lvl="4" marL="0" marR="0" rtl="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5pPr>
            <a:lvl6pPr indent="0" lvl="5" marL="0" marR="0" rtl="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6pPr>
            <a:lvl7pPr indent="0" lvl="6" marL="0" marR="0" rtl="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7pPr>
            <a:lvl8pPr indent="0" lvl="7" marL="0" marR="0" rtl="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8pPr>
            <a:lvl9pPr indent="0" lvl="8" marL="0" marR="0" rtl="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solidFill>
                <a:srgbClr val="000000"/>
              </a:solidFill>
            </a:endParaRPr>
          </a:p>
        </p:txBody>
      </p:sp>
    </p:spTree>
  </p:cSld>
  <p:clrMap accent1="accent1" accent2="accent2" accent3="accent3" accent4="accent4" accent5="accent5" accent6="accent6" bg1="lt1" bg2="dk2" tx1="dk1" tx2="lt2" folHlink="folHlink" hlink="hlink"/>
  <p:sldLayoutIdLst>
    <p:sldLayoutId id="2147483662" r:id="rId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1" name="Shape 91"/>
        <p:cNvGrpSpPr/>
        <p:nvPr/>
      </p:nvGrpSpPr>
      <p:grpSpPr>
        <a:xfrm>
          <a:off x="0" y="0"/>
          <a:ext cx="0" cy="0"/>
          <a:chOff x="0" y="0"/>
          <a:chExt cx="0" cy="0"/>
        </a:xfrm>
      </p:grpSpPr>
      <p:sp>
        <p:nvSpPr>
          <p:cNvPr id="92" name="Google Shape;92;p86"/>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1pPr>
            <a:lvl2pPr lvl="1"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2pPr>
            <a:lvl3pPr lvl="2"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3pPr>
            <a:lvl4pPr lvl="3"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4pPr>
            <a:lvl5pPr lvl="4"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5pPr>
            <a:lvl6pPr lvl="5"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6pPr>
            <a:lvl7pPr lvl="6"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7pPr>
            <a:lvl8pPr lvl="7"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8pPr>
            <a:lvl9pPr lvl="8"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9pPr>
          </a:lstStyle>
          <a:p/>
        </p:txBody>
      </p:sp>
      <p:sp>
        <p:nvSpPr>
          <p:cNvPr id="93" name="Google Shape;93;p86"/>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Arial"/>
                <a:ea typeface="Arial"/>
                <a:cs typeface="Arial"/>
                <a:sym typeface="Arial"/>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94" name="Google Shape;94;p86"/>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95" name="Google Shape;95;p86"/>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96" name="Google Shape;96;p86"/>
          <p:cNvSpPr txBox="1"/>
          <p:nvPr>
            <p:ph idx="12" type="sldNum"/>
          </p:nvPr>
        </p:nvSpPr>
        <p:spPr>
          <a:xfrm>
            <a:off x="6934200" y="6550025"/>
            <a:ext cx="2133600" cy="231775"/>
          </a:xfrm>
          <a:prstGeom prst="rect">
            <a:avLst/>
          </a:prstGeom>
          <a:noFill/>
          <a:ln>
            <a:noFill/>
          </a:ln>
        </p:spPr>
        <p:txBody>
          <a:bodyPr anchorCtr="0" anchor="t" bIns="45700" lIns="91425" spcFirstLastPara="1" rIns="91425" wrap="square" tIns="45700">
            <a:noAutofit/>
          </a:bodyPr>
          <a:lstStyle>
            <a:lvl1pPr indent="0" lvl="0" marL="0" marR="0" rtl="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0" lvl="1" marL="0" marR="0" rtl="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2pPr>
            <a:lvl3pPr indent="0" lvl="2" marL="0" marR="0" rtl="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3pPr>
            <a:lvl4pPr indent="0" lvl="3" marL="0" marR="0" rtl="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4pPr>
            <a:lvl5pPr indent="0" lvl="4" marL="0" marR="0" rtl="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5pPr>
            <a:lvl6pPr indent="0" lvl="5" marL="0" marR="0" rtl="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6pPr>
            <a:lvl7pPr indent="0" lvl="6" marL="0" marR="0" rtl="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7pPr>
            <a:lvl8pPr indent="0" lvl="7" marL="0" marR="0" rtl="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8pPr>
            <a:lvl9pPr indent="0" lvl="8" marL="0" marR="0" rtl="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solidFill>
                <a:srgbClr val="000000"/>
              </a:solidFill>
            </a:endParaRPr>
          </a:p>
        </p:txBody>
      </p:sp>
    </p:spTree>
  </p:cSld>
  <p:clrMap accent1="accent1" accent2="accent2" accent3="accent3" accent4="accent4" accent5="accent5" accent6="accent6" bg1="lt1" bg2="dk2" tx1="dk1" tx2="lt2" folHlink="folHlink" hlink="hlink"/>
  <p:sldLayoutIdLst>
    <p:sldLayoutId id="2147483664" r:id="rId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04" name="Shape 104"/>
        <p:cNvGrpSpPr/>
        <p:nvPr/>
      </p:nvGrpSpPr>
      <p:grpSpPr>
        <a:xfrm>
          <a:off x="0" y="0"/>
          <a:ext cx="0" cy="0"/>
          <a:chOff x="0" y="0"/>
          <a:chExt cx="0" cy="0"/>
        </a:xfrm>
      </p:grpSpPr>
      <p:sp>
        <p:nvSpPr>
          <p:cNvPr id="105" name="Google Shape;105;p88"/>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1pPr>
            <a:lvl2pPr lvl="1"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2pPr>
            <a:lvl3pPr lvl="2"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3pPr>
            <a:lvl4pPr lvl="3"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4pPr>
            <a:lvl5pPr lvl="4"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5pPr>
            <a:lvl6pPr lvl="5"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6pPr>
            <a:lvl7pPr lvl="6"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7pPr>
            <a:lvl8pPr lvl="7"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8pPr>
            <a:lvl9pPr lvl="8"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9pPr>
          </a:lstStyle>
          <a:p/>
        </p:txBody>
      </p:sp>
      <p:sp>
        <p:nvSpPr>
          <p:cNvPr id="106" name="Google Shape;106;p88"/>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Arial"/>
                <a:ea typeface="Arial"/>
                <a:cs typeface="Arial"/>
                <a:sym typeface="Arial"/>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107" name="Google Shape;107;p88"/>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08" name="Google Shape;108;p88"/>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09" name="Google Shape;109;p88"/>
          <p:cNvSpPr txBox="1"/>
          <p:nvPr>
            <p:ph idx="12" type="sldNum"/>
          </p:nvPr>
        </p:nvSpPr>
        <p:spPr>
          <a:xfrm>
            <a:off x="6934200" y="6550025"/>
            <a:ext cx="2133600" cy="231775"/>
          </a:xfrm>
          <a:prstGeom prst="rect">
            <a:avLst/>
          </a:prstGeom>
          <a:noFill/>
          <a:ln>
            <a:noFill/>
          </a:ln>
        </p:spPr>
        <p:txBody>
          <a:bodyPr anchorCtr="0" anchor="t" bIns="45700" lIns="91425" spcFirstLastPara="1" rIns="91425" wrap="square" tIns="45700">
            <a:noAutofit/>
          </a:bodyPr>
          <a:lstStyle>
            <a:lvl1pPr indent="0" lvl="0" marL="0" marR="0" rtl="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0" lvl="1" marL="0" marR="0" rtl="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2pPr>
            <a:lvl3pPr indent="0" lvl="2" marL="0" marR="0" rtl="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3pPr>
            <a:lvl4pPr indent="0" lvl="3" marL="0" marR="0" rtl="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4pPr>
            <a:lvl5pPr indent="0" lvl="4" marL="0" marR="0" rtl="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5pPr>
            <a:lvl6pPr indent="0" lvl="5" marL="0" marR="0" rtl="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6pPr>
            <a:lvl7pPr indent="0" lvl="6" marL="0" marR="0" rtl="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7pPr>
            <a:lvl8pPr indent="0" lvl="7" marL="0" marR="0" rtl="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8pPr>
            <a:lvl9pPr indent="0" lvl="8" marL="0" marR="0" rtl="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solidFill>
                <a:srgbClr val="000000"/>
              </a:solidFill>
            </a:endParaRPr>
          </a:p>
        </p:txBody>
      </p:sp>
    </p:spTree>
  </p:cSld>
  <p:clrMap accent1="accent1" accent2="accent2" accent3="accent3" accent4="accent4" accent5="accent5" accent6="accent6" bg1="lt1" bg2="dk2" tx1="dk1" tx2="lt2" folHlink="folHlink" hlink="hlink"/>
  <p:sldLayoutIdLst>
    <p:sldLayoutId id="2147483666" r:id="rId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8.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vmlDrawing" Target="../drawings/vmlDrawing1.vml"/><Relationship Id="rId4" Type="http://schemas.openxmlformats.org/officeDocument/2006/relationships/oleObject" Target="../embeddings/oleObject1.bin"/><Relationship Id="rId5" Type="http://schemas.openxmlformats.org/officeDocument/2006/relationships/oleObject" Target="../embeddings/oleObject1.bin"/><Relationship Id="rId6" Type="http://schemas.openxmlformats.org/officeDocument/2006/relationships/image" Target="../media/image10.png"/><Relationship Id="rId7"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5.png"/><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xml"/><Relationship Id="rId3"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 Id="rId3" Type="http://schemas.openxmlformats.org/officeDocument/2006/relationships/image" Target="../media/image7.png"/><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xml"/><Relationship Id="rId3" Type="http://schemas.openxmlformats.org/officeDocument/2006/relationships/image" Target="../media/image6.png"/><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2.png"/><Relationship Id="rId4"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2.png"/><Relationship Id="rId4" Type="http://schemas.openxmlformats.org/officeDocument/2006/relationships/image" Target="../media/image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 Id="rId3" Type="http://schemas.openxmlformats.org/officeDocument/2006/relationships/image" Target="../media/image14.png"/><Relationship Id="rId4" Type="http://schemas.openxmlformats.org/officeDocument/2006/relationships/image" Target="../media/image18.png"/><Relationship Id="rId5" Type="http://schemas.openxmlformats.org/officeDocument/2006/relationships/image" Target="../media/image1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27.png"/><Relationship Id="rId4" Type="http://schemas.openxmlformats.org/officeDocument/2006/relationships/image" Target="../media/image1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15.png"/><Relationship Id="rId4" Type="http://schemas.openxmlformats.org/officeDocument/2006/relationships/image" Target="../media/image1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1.xml"/><Relationship Id="rId3" Type="http://schemas.openxmlformats.org/officeDocument/2006/relationships/image" Target="../media/image25.png"/><Relationship Id="rId4" Type="http://schemas.openxmlformats.org/officeDocument/2006/relationships/image" Target="../media/image1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3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3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5.xml"/><Relationship Id="rId3" Type="http://schemas.openxmlformats.org/officeDocument/2006/relationships/image" Target="../media/image17.png"/><Relationship Id="rId4" Type="http://schemas.openxmlformats.org/officeDocument/2006/relationships/image" Target="../media/image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20.png"/><Relationship Id="rId4" Type="http://schemas.openxmlformats.org/officeDocument/2006/relationships/image" Target="../media/image4.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23.png"/><Relationship Id="rId4" Type="http://schemas.openxmlformats.org/officeDocument/2006/relationships/image" Target="../media/image4.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13.png"/><Relationship Id="rId4" Type="http://schemas.openxmlformats.org/officeDocument/2006/relationships/image" Target="../media/image4.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4.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4.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1.xml"/><Relationship Id="rId3" Type="http://schemas.openxmlformats.org/officeDocument/2006/relationships/image" Target="../media/image12.png"/><Relationship Id="rId4" Type="http://schemas.openxmlformats.org/officeDocument/2006/relationships/image" Target="../media/image4.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4.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4.png"/><Relationship Id="rId4" Type="http://schemas.openxmlformats.org/officeDocument/2006/relationships/image" Target="../media/image16.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image" Target="../media/image4.png"/><Relationship Id="rId4" Type="http://schemas.openxmlformats.org/officeDocument/2006/relationships/image" Target="../media/image19.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image" Target="../media/image4.png"/><Relationship Id="rId4" Type="http://schemas.openxmlformats.org/officeDocument/2006/relationships/image" Target="../media/image28.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4.png"/><Relationship Id="rId4" Type="http://schemas.openxmlformats.org/officeDocument/2006/relationships/image" Target="../media/image2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image" Target="../media/image4.png"/><Relationship Id="rId4" Type="http://schemas.openxmlformats.org/officeDocument/2006/relationships/image" Target="../media/image32.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image" Target="../media/image4.png"/><Relationship Id="rId4" Type="http://schemas.openxmlformats.org/officeDocument/2006/relationships/image" Target="../media/image36.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 Id="rId3" Type="http://schemas.openxmlformats.org/officeDocument/2006/relationships/image" Target="../media/image4.png"/><Relationship Id="rId4" Type="http://schemas.openxmlformats.org/officeDocument/2006/relationships/image" Target="../media/image26.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 Id="rId3" Type="http://schemas.openxmlformats.org/officeDocument/2006/relationships/image" Target="../media/image4.png"/><Relationship Id="rId4" Type="http://schemas.openxmlformats.org/officeDocument/2006/relationships/image" Target="../media/image33.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 Id="rId3" Type="http://schemas.openxmlformats.org/officeDocument/2006/relationships/image" Target="../media/image4.png"/><Relationship Id="rId4" Type="http://schemas.openxmlformats.org/officeDocument/2006/relationships/image" Target="../media/image46.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 Id="rId3" Type="http://schemas.openxmlformats.org/officeDocument/2006/relationships/image" Target="../media/image4.png"/><Relationship Id="rId4" Type="http://schemas.openxmlformats.org/officeDocument/2006/relationships/image" Target="../media/image40.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 Id="rId3" Type="http://schemas.openxmlformats.org/officeDocument/2006/relationships/image" Target="../media/image4.png"/><Relationship Id="rId4" Type="http://schemas.openxmlformats.org/officeDocument/2006/relationships/image" Target="../media/image30.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 Id="rId3" Type="http://schemas.openxmlformats.org/officeDocument/2006/relationships/image" Target="../media/image4.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5.xml"/><Relationship Id="rId3" Type="http://schemas.openxmlformats.org/officeDocument/2006/relationships/image" Target="../media/image34.png"/><Relationship Id="rId4" Type="http://schemas.openxmlformats.org/officeDocument/2006/relationships/image" Target="../media/image4.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6.xml"/><Relationship Id="rId3" Type="http://schemas.openxmlformats.org/officeDocument/2006/relationships/image" Target="../media/image39.png"/><Relationship Id="rId4" Type="http://schemas.openxmlformats.org/officeDocument/2006/relationships/image" Target="../media/image4.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7.xml"/><Relationship Id="rId3" Type="http://schemas.openxmlformats.org/officeDocument/2006/relationships/image" Target="../media/image35.png"/><Relationship Id="rId4" Type="http://schemas.openxmlformats.org/officeDocument/2006/relationships/image" Target="../media/image4.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8.xml"/><Relationship Id="rId3" Type="http://schemas.openxmlformats.org/officeDocument/2006/relationships/image" Target="../media/image38.png"/><Relationship Id="rId4" Type="http://schemas.openxmlformats.org/officeDocument/2006/relationships/image" Target="../media/image4.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9.xml"/><Relationship Id="rId3" Type="http://schemas.openxmlformats.org/officeDocument/2006/relationships/image" Target="../media/image37.png"/><Relationship Id="rId4" Type="http://schemas.openxmlformats.org/officeDocument/2006/relationships/image" Target="../media/image4.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0.xml"/><Relationship Id="rId3" Type="http://schemas.openxmlformats.org/officeDocument/2006/relationships/image" Target="../media/image42.png"/><Relationship Id="rId4" Type="http://schemas.openxmlformats.org/officeDocument/2006/relationships/image" Target="../media/image4.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1.xml"/><Relationship Id="rId3" Type="http://schemas.openxmlformats.org/officeDocument/2006/relationships/image" Target="../media/image29.png"/><Relationship Id="rId4" Type="http://schemas.openxmlformats.org/officeDocument/2006/relationships/image" Target="../media/image4.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2.xml"/><Relationship Id="rId3" Type="http://schemas.openxmlformats.org/officeDocument/2006/relationships/image" Target="../media/image41.png"/><Relationship Id="rId4" Type="http://schemas.openxmlformats.org/officeDocument/2006/relationships/image" Target="../media/image4.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3.xml"/><Relationship Id="rId3" Type="http://schemas.openxmlformats.org/officeDocument/2006/relationships/image" Target="../media/image43.png"/><Relationship Id="rId4" Type="http://schemas.openxmlformats.org/officeDocument/2006/relationships/image" Target="../media/image4.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4.xml"/><Relationship Id="rId3" Type="http://schemas.openxmlformats.org/officeDocument/2006/relationships/image" Target="../media/image48.png"/><Relationship Id="rId4" Type="http://schemas.openxmlformats.org/officeDocument/2006/relationships/image" Target="../media/image4.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5.xml"/><Relationship Id="rId3" Type="http://schemas.openxmlformats.org/officeDocument/2006/relationships/image" Target="../media/image44.png"/><Relationship Id="rId4" Type="http://schemas.openxmlformats.org/officeDocument/2006/relationships/image" Target="../media/image4.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6.xml"/><Relationship Id="rId3" Type="http://schemas.openxmlformats.org/officeDocument/2006/relationships/image" Target="../media/image49.png"/><Relationship Id="rId4" Type="http://schemas.openxmlformats.org/officeDocument/2006/relationships/image" Target="../media/image4.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7.xml"/><Relationship Id="rId3" Type="http://schemas.openxmlformats.org/officeDocument/2006/relationships/image" Target="../media/image4.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8.xml"/><Relationship Id="rId3" Type="http://schemas.openxmlformats.org/officeDocument/2006/relationships/image" Target="../media/image4.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9.xml"/><Relationship Id="rId3" Type="http://schemas.openxmlformats.org/officeDocument/2006/relationships/image" Target="../media/image4.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0.xml"/><Relationship Id="rId3" Type="http://schemas.openxmlformats.org/officeDocument/2006/relationships/image" Target="../media/image45.png"/><Relationship Id="rId4" Type="http://schemas.openxmlformats.org/officeDocument/2006/relationships/image" Target="../media/image47.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61.xml"/><Relationship Id="rId3" Type="http://schemas.openxmlformats.org/officeDocument/2006/relationships/image" Target="../media/image57.png"/><Relationship Id="rId4" Type="http://schemas.openxmlformats.org/officeDocument/2006/relationships/image" Target="../media/image53.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62.xml"/><Relationship Id="rId3" Type="http://schemas.openxmlformats.org/officeDocument/2006/relationships/image" Target="../media/image55.png"/><Relationship Id="rId4" Type="http://schemas.openxmlformats.org/officeDocument/2006/relationships/image" Target="../media/image53.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63.xml"/><Relationship Id="rId3" Type="http://schemas.openxmlformats.org/officeDocument/2006/relationships/image" Target="../media/image56.png"/><Relationship Id="rId4" Type="http://schemas.openxmlformats.org/officeDocument/2006/relationships/image" Target="../media/image53.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4.xml"/><Relationship Id="rId3" Type="http://schemas.openxmlformats.org/officeDocument/2006/relationships/image" Target="../media/image4.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5.xml"/><Relationship Id="rId3" Type="http://schemas.openxmlformats.org/officeDocument/2006/relationships/image" Target="../media/image4.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6.xml"/><Relationship Id="rId3" Type="http://schemas.openxmlformats.org/officeDocument/2006/relationships/image" Target="../media/image4.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7.xml"/><Relationship Id="rId3" Type="http://schemas.openxmlformats.org/officeDocument/2006/relationships/image" Target="../media/image4.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8.xml"/><Relationship Id="rId3" Type="http://schemas.openxmlformats.org/officeDocument/2006/relationships/image" Target="../media/image4.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9.xml"/><Relationship Id="rId3" Type="http://schemas.openxmlformats.org/officeDocument/2006/relationships/image" Target="../media/image4.png"/><Relationship Id="rId4" Type="http://schemas.openxmlformats.org/officeDocument/2006/relationships/image" Target="../media/image63.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0.xml"/><Relationship Id="rId3" Type="http://schemas.openxmlformats.org/officeDocument/2006/relationships/image" Target="../media/image51.png"/><Relationship Id="rId4" Type="http://schemas.openxmlformats.org/officeDocument/2006/relationships/image" Target="../media/image4.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 Id="rId3" Type="http://schemas.openxmlformats.org/officeDocument/2006/relationships/image" Target="../media/image59.png"/><Relationship Id="rId4" Type="http://schemas.openxmlformats.org/officeDocument/2006/relationships/image" Target="../media/image4.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 Id="rId3" Type="http://schemas.openxmlformats.org/officeDocument/2006/relationships/image" Target="../media/image50.png"/><Relationship Id="rId4" Type="http://schemas.openxmlformats.org/officeDocument/2006/relationships/image" Target="../media/image4.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 Id="rId3" Type="http://schemas.openxmlformats.org/officeDocument/2006/relationships/image" Target="../media/image54.png"/><Relationship Id="rId4" Type="http://schemas.openxmlformats.org/officeDocument/2006/relationships/image" Target="../media/image4.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4.xml"/><Relationship Id="rId3" Type="http://schemas.openxmlformats.org/officeDocument/2006/relationships/image" Target="../media/image58.png"/><Relationship Id="rId4" Type="http://schemas.openxmlformats.org/officeDocument/2006/relationships/image" Target="../media/image52.png"/><Relationship Id="rId5" Type="http://schemas.openxmlformats.org/officeDocument/2006/relationships/image" Target="../media/image4.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5.xml"/><Relationship Id="rId3" Type="http://schemas.openxmlformats.org/officeDocument/2006/relationships/image" Target="../media/image4.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6.xml"/><Relationship Id="rId3" Type="http://schemas.openxmlformats.org/officeDocument/2006/relationships/image" Target="../media/image61.jpg"/><Relationship Id="rId4" Type="http://schemas.openxmlformats.org/officeDocument/2006/relationships/image" Target="../media/image4.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7.xml"/><Relationship Id="rId3" Type="http://schemas.openxmlformats.org/officeDocument/2006/relationships/image" Target="../media/image4.png"/><Relationship Id="rId4" Type="http://schemas.openxmlformats.org/officeDocument/2006/relationships/image" Target="../media/image6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1"/>
          <p:cNvSpPr txBox="1"/>
          <p:nvPr/>
        </p:nvSpPr>
        <p:spPr>
          <a:xfrm>
            <a:off x="457200" y="914400"/>
            <a:ext cx="8229600" cy="1905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0000"/>
              </a:buClr>
              <a:buSzPts val="4400"/>
              <a:buFont typeface="Arial"/>
              <a:buNone/>
            </a:pPr>
            <a:r>
              <a:rPr b="1" i="0" lang="en-US" sz="4400" u="none" cap="none" strike="noStrike">
                <a:solidFill>
                  <a:srgbClr val="FF0000"/>
                </a:solidFill>
                <a:latin typeface="Arial"/>
                <a:ea typeface="Arial"/>
                <a:cs typeface="Arial"/>
                <a:sym typeface="Arial"/>
              </a:rPr>
              <a:t>CSE </a:t>
            </a:r>
            <a:r>
              <a:rPr b="1" lang="en-US" sz="4400">
                <a:solidFill>
                  <a:srgbClr val="FF0000"/>
                </a:solidFill>
              </a:rPr>
              <a:t>411</a:t>
            </a:r>
            <a:r>
              <a:rPr b="1" i="0" lang="en-US" sz="4400" u="none" cap="none" strike="noStrike">
                <a:solidFill>
                  <a:srgbClr val="FF0000"/>
                </a:solidFill>
                <a:latin typeface="Arial"/>
                <a:ea typeface="Arial"/>
                <a:cs typeface="Arial"/>
                <a:sym typeface="Arial"/>
              </a:rPr>
              <a:t>: Artificial Intelligence</a:t>
            </a:r>
            <a:endParaRPr/>
          </a:p>
        </p:txBody>
      </p:sp>
      <p:sp>
        <p:nvSpPr>
          <p:cNvPr id="121" name="Google Shape;121;p1"/>
          <p:cNvSpPr txBox="1"/>
          <p:nvPr/>
        </p:nvSpPr>
        <p:spPr>
          <a:xfrm>
            <a:off x="0" y="4114800"/>
            <a:ext cx="9144000" cy="2667000"/>
          </a:xfrm>
          <a:prstGeom prst="rect">
            <a:avLst/>
          </a:prstGeom>
          <a:noFill/>
          <a:ln>
            <a:noFill/>
          </a:ln>
        </p:spPr>
        <p:txBody>
          <a:bodyPr anchorCtr="1" anchor="ctr" bIns="0" lIns="0" spcFirstLastPara="1" rIns="0" wrap="square" tIns="0">
            <a:normAutofit/>
          </a:bodyPr>
          <a:lstStyle/>
          <a:p>
            <a:pPr indent="-342900" lvl="0" marL="342900" marR="0" rtl="0" algn="ctr">
              <a:lnSpc>
                <a:spcPct val="100000"/>
              </a:lnSpc>
              <a:spcBef>
                <a:spcPts val="0"/>
              </a:spcBef>
              <a:spcAft>
                <a:spcPts val="0"/>
              </a:spcAft>
              <a:buClr>
                <a:srgbClr val="C00000"/>
              </a:buClr>
              <a:buSzPts val="2600"/>
              <a:buFont typeface="Arial"/>
              <a:buNone/>
            </a:pPr>
            <a:r>
              <a:rPr b="1" i="0" lang="en-US" sz="2600" u="none" cap="none" strike="noStrike">
                <a:solidFill>
                  <a:srgbClr val="C00000"/>
                </a:solidFill>
                <a:latin typeface="Arial"/>
                <a:ea typeface="Arial"/>
                <a:cs typeface="Arial"/>
                <a:sym typeface="Arial"/>
              </a:rPr>
              <a:t>Department</a:t>
            </a:r>
            <a:r>
              <a:rPr b="1" i="0" lang="en-US" sz="2600" u="none" cap="none" strike="noStrike">
                <a:solidFill>
                  <a:srgbClr val="A50021"/>
                </a:solidFill>
                <a:latin typeface="Arial"/>
                <a:ea typeface="Arial"/>
                <a:cs typeface="Arial"/>
                <a:sym typeface="Arial"/>
              </a:rPr>
              <a:t> of CSE</a:t>
            </a:r>
            <a:endParaRPr b="1" i="0" sz="2800" u="none" cap="none" strike="noStrike">
              <a:solidFill>
                <a:srgbClr val="A50021"/>
              </a:solidFill>
              <a:latin typeface="Arial"/>
              <a:ea typeface="Arial"/>
              <a:cs typeface="Arial"/>
              <a:sym typeface="Arial"/>
            </a:endParaRPr>
          </a:p>
          <a:p>
            <a:pPr indent="-342900" lvl="0" marL="342900" marR="0" rtl="0" algn="ctr">
              <a:lnSpc>
                <a:spcPct val="100000"/>
              </a:lnSpc>
              <a:spcBef>
                <a:spcPts val="540"/>
              </a:spcBef>
              <a:spcAft>
                <a:spcPts val="0"/>
              </a:spcAft>
              <a:buClr>
                <a:srgbClr val="0000FF"/>
              </a:buClr>
              <a:buSzPts val="2700"/>
              <a:buFont typeface="Arial"/>
              <a:buNone/>
            </a:pPr>
            <a:r>
              <a:rPr b="1" i="0" lang="en-US" sz="2700" u="none" cap="none" strike="noStrike">
                <a:solidFill>
                  <a:srgbClr val="0000FF"/>
                </a:solidFill>
                <a:latin typeface="Arial"/>
                <a:ea typeface="Arial"/>
                <a:cs typeface="Arial"/>
                <a:sym typeface="Arial"/>
              </a:rPr>
              <a:t>Daffodil</a:t>
            </a:r>
            <a:r>
              <a:rPr b="1" i="0" lang="en-US" sz="2700" u="none" cap="none" strike="noStrike">
                <a:solidFill>
                  <a:srgbClr val="00FF00"/>
                </a:solidFill>
                <a:latin typeface="Arial"/>
                <a:ea typeface="Arial"/>
                <a:cs typeface="Arial"/>
                <a:sym typeface="Arial"/>
              </a:rPr>
              <a:t> </a:t>
            </a:r>
            <a:r>
              <a:rPr b="1" i="0" lang="en-US" sz="2700" u="none" cap="none" strike="noStrike">
                <a:solidFill>
                  <a:srgbClr val="404040"/>
                </a:solidFill>
                <a:latin typeface="Arial"/>
                <a:ea typeface="Arial"/>
                <a:cs typeface="Arial"/>
                <a:sym typeface="Arial"/>
              </a:rPr>
              <a:t>International</a:t>
            </a:r>
            <a:r>
              <a:rPr b="1" i="0" lang="en-US" sz="2700" u="none" cap="none" strike="noStrike">
                <a:solidFill>
                  <a:srgbClr val="00FF00"/>
                </a:solidFill>
                <a:latin typeface="Arial"/>
                <a:ea typeface="Arial"/>
                <a:cs typeface="Arial"/>
                <a:sym typeface="Arial"/>
              </a:rPr>
              <a:t> University</a:t>
            </a:r>
            <a:endParaRPr/>
          </a:p>
        </p:txBody>
      </p:sp>
      <p:sp>
        <p:nvSpPr>
          <p:cNvPr id="122" name="Google Shape;122;p1"/>
          <p:cNvSpPr txBox="1"/>
          <p:nvPr/>
        </p:nvSpPr>
        <p:spPr>
          <a:xfrm>
            <a:off x="685800" y="2667000"/>
            <a:ext cx="7620000" cy="12954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FF00"/>
              </a:buClr>
              <a:buSzPts val="4000"/>
              <a:buFont typeface="Arial"/>
              <a:buNone/>
            </a:pPr>
            <a:r>
              <a:rPr b="1" i="0" lang="en-US" sz="4000" u="none" cap="none" strike="noStrike">
                <a:solidFill>
                  <a:srgbClr val="00FF00"/>
                </a:solidFill>
                <a:latin typeface="Arial"/>
                <a:ea typeface="Arial"/>
                <a:cs typeface="Arial"/>
                <a:sym typeface="Arial"/>
              </a:rPr>
              <a:t>Topic – 3: Solving Problems by Searching</a:t>
            </a:r>
            <a:endParaRPr/>
          </a:p>
        </p:txBody>
      </p:sp>
      <p:pic>
        <p:nvPicPr>
          <p:cNvPr id="123" name="Google Shape;123;p1"/>
          <p:cNvPicPr preferRelativeResize="0"/>
          <p:nvPr/>
        </p:nvPicPr>
        <p:blipFill rotWithShape="1">
          <a:blip r:embed="rId3">
            <a:alphaModFix/>
          </a:blip>
          <a:srcRect b="0" l="0" r="0" t="0"/>
          <a:stretch/>
        </p:blipFill>
        <p:spPr>
          <a:xfrm>
            <a:off x="8001000" y="0"/>
            <a:ext cx="1143000" cy="1143000"/>
          </a:xfrm>
          <a:prstGeom prst="rect">
            <a:avLst/>
          </a:prstGeom>
          <a:noFill/>
          <a:ln>
            <a:noFill/>
          </a:ln>
        </p:spPr>
      </p:pic>
    </p:spTree>
  </p:cSld>
  <p:clrMapOvr>
    <a:masterClrMapping/>
  </p:clrMapOvr>
  <p:transition spd="slow">
    <p:fade thruBlk="1"/>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3" presetSubtype="16">
                                  <p:stCondLst>
                                    <p:cond delay="0"/>
                                  </p:stCondLst>
                                  <p:childTnLst>
                                    <p:set>
                                      <p:cBhvr>
                                        <p:cTn dur="1" fill="hold">
                                          <p:stCondLst>
                                            <p:cond delay="0"/>
                                          </p:stCondLst>
                                        </p:cTn>
                                        <p:tgtEl>
                                          <p:spTgt spid="121">
                                            <p:txEl>
                                              <p:pRg end="0" st="0"/>
                                            </p:txEl>
                                          </p:spTgt>
                                        </p:tgtEl>
                                        <p:attrNameLst>
                                          <p:attrName>style.visibility</p:attrName>
                                        </p:attrNameLst>
                                      </p:cBhvr>
                                      <p:to>
                                        <p:strVal val="visible"/>
                                      </p:to>
                                    </p:set>
                                    <p:anim calcmode="lin" valueType="num">
                                      <p:cBhvr additive="base">
                                        <p:cTn dur="500"/>
                                        <p:tgtEl>
                                          <p:spTgt spid="121">
                                            <p:txEl>
                                              <p:pRg end="0" st="0"/>
                                            </p:txEl>
                                          </p:spTgt>
                                        </p:tgtEl>
                                        <p:attrNameLst>
                                          <p:attrName>ppt_w</p:attrName>
                                        </p:attrNameLst>
                                      </p:cBhvr>
                                      <p:tavLst>
                                        <p:tav fmla="" tm="0">
                                          <p:val>
                                            <p:strVal val="0"/>
                                          </p:val>
                                        </p:tav>
                                        <p:tav fmla="" tm="100000">
                                          <p:val>
                                            <p:strVal val="#ppt_w"/>
                                          </p:val>
                                        </p:tav>
                                      </p:tavLst>
                                    </p:anim>
                                    <p:anim calcmode="lin" valueType="num">
                                      <p:cBhvr additive="base">
                                        <p:cTn dur="500"/>
                                        <p:tgtEl>
                                          <p:spTgt spid="121">
                                            <p:txEl>
                                              <p:pRg end="0" st="0"/>
                                            </p:txEl>
                                          </p:spTgt>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0"/>
                                  </p:stCondLst>
                                  <p:childTnLst>
                                    <p:set>
                                      <p:cBhvr>
                                        <p:cTn dur="1" fill="hold">
                                          <p:stCondLst>
                                            <p:cond delay="0"/>
                                          </p:stCondLst>
                                        </p:cTn>
                                        <p:tgtEl>
                                          <p:spTgt spid="121">
                                            <p:txEl>
                                              <p:pRg end="1" st="1"/>
                                            </p:txEl>
                                          </p:spTgt>
                                        </p:tgtEl>
                                        <p:attrNameLst>
                                          <p:attrName>style.visibility</p:attrName>
                                        </p:attrNameLst>
                                      </p:cBhvr>
                                      <p:to>
                                        <p:strVal val="visible"/>
                                      </p:to>
                                    </p:set>
                                    <p:anim calcmode="lin" valueType="num">
                                      <p:cBhvr additive="base">
                                        <p:cTn dur="500"/>
                                        <p:tgtEl>
                                          <p:spTgt spid="121">
                                            <p:txEl>
                                              <p:pRg end="1" st="1"/>
                                            </p:txEl>
                                          </p:spTgt>
                                        </p:tgtEl>
                                        <p:attrNameLst>
                                          <p:attrName>ppt_w</p:attrName>
                                        </p:attrNameLst>
                                      </p:cBhvr>
                                      <p:tavLst>
                                        <p:tav fmla="" tm="0">
                                          <p:val>
                                            <p:strVal val="0"/>
                                          </p:val>
                                        </p:tav>
                                        <p:tav fmla="" tm="100000">
                                          <p:val>
                                            <p:strVal val="#ppt_w"/>
                                          </p:val>
                                        </p:tav>
                                      </p:tavLst>
                                    </p:anim>
                                    <p:anim calcmode="lin" valueType="num">
                                      <p:cBhvr additive="base">
                                        <p:cTn dur="500"/>
                                        <p:tgtEl>
                                          <p:spTgt spid="121">
                                            <p:txEl>
                                              <p:pRg end="1" st="1"/>
                                            </p:txEl>
                                          </p:spTgt>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2"/>
          <p:cNvSpPr txBox="1"/>
          <p:nvPr/>
        </p:nvSpPr>
        <p:spPr>
          <a:xfrm>
            <a:off x="990600" y="0"/>
            <a:ext cx="7162800" cy="9906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C80000"/>
              </a:buClr>
              <a:buSzPts val="4400"/>
              <a:buFont typeface="Arial"/>
              <a:buNone/>
            </a:pPr>
            <a:r>
              <a:rPr b="1" i="0" lang="en-US" sz="4400" u="none" cap="none" strike="noStrike">
                <a:solidFill>
                  <a:srgbClr val="C80000"/>
                </a:solidFill>
                <a:latin typeface="Arial"/>
                <a:ea typeface="Arial"/>
                <a:cs typeface="Arial"/>
                <a:sym typeface="Arial"/>
              </a:rPr>
              <a:t>Topic Contents</a:t>
            </a:r>
            <a:endParaRPr/>
          </a:p>
        </p:txBody>
      </p:sp>
      <p:sp>
        <p:nvSpPr>
          <p:cNvPr id="129" name="Google Shape;129;p2"/>
          <p:cNvSpPr txBox="1"/>
          <p:nvPr/>
        </p:nvSpPr>
        <p:spPr>
          <a:xfrm>
            <a:off x="76200" y="838200"/>
            <a:ext cx="8915400" cy="5943600"/>
          </a:xfrm>
          <a:prstGeom prst="rect">
            <a:avLst/>
          </a:prstGeom>
          <a:noFill/>
          <a:ln>
            <a:noFill/>
          </a:ln>
        </p:spPr>
        <p:txBody>
          <a:bodyPr anchorCtr="0" anchor="t" bIns="45700" lIns="91425" spcFirstLastPara="1" rIns="91425" wrap="square" tIns="45700">
            <a:noAutofit/>
          </a:bodyPr>
          <a:lstStyle/>
          <a:p>
            <a:pPr indent="-14287" lvl="0" marL="14287" marR="0" rtl="0" algn="l">
              <a:lnSpc>
                <a:spcPct val="150000"/>
              </a:lnSpc>
              <a:spcBef>
                <a:spcPts val="0"/>
              </a:spcBef>
              <a:spcAft>
                <a:spcPts val="0"/>
              </a:spcAft>
              <a:buClr>
                <a:srgbClr val="FF3399"/>
              </a:buClr>
              <a:buSzPts val="2800"/>
              <a:buFont typeface="Arial"/>
              <a:buChar char="•"/>
            </a:pPr>
            <a:r>
              <a:rPr b="0" i="0" lang="en-US" sz="2800" u="none" cap="none" strike="noStrike">
                <a:solidFill>
                  <a:srgbClr val="FF3399"/>
                </a:solidFill>
                <a:latin typeface="Arial"/>
                <a:ea typeface="Arial"/>
                <a:cs typeface="Arial"/>
                <a:sym typeface="Arial"/>
              </a:rPr>
              <a:t> </a:t>
            </a:r>
            <a:r>
              <a:rPr b="1" i="0" lang="en-US" sz="3000" u="none" cap="none" strike="noStrike">
                <a:solidFill>
                  <a:srgbClr val="FF3399"/>
                </a:solidFill>
                <a:latin typeface="Arial"/>
                <a:ea typeface="Arial"/>
                <a:cs typeface="Arial"/>
                <a:sym typeface="Arial"/>
              </a:rPr>
              <a:t>Problem Solving Agents</a:t>
            </a:r>
            <a:endParaRPr/>
          </a:p>
          <a:p>
            <a:pPr indent="-14287" lvl="0" marL="14287" marR="0" rtl="0" algn="l">
              <a:lnSpc>
                <a:spcPct val="150000"/>
              </a:lnSpc>
              <a:spcBef>
                <a:spcPts val="0"/>
              </a:spcBef>
              <a:spcAft>
                <a:spcPts val="0"/>
              </a:spcAft>
              <a:buClr>
                <a:srgbClr val="FF3399"/>
              </a:buClr>
              <a:buSzPts val="3000"/>
              <a:buFont typeface="Arial"/>
              <a:buChar char="•"/>
            </a:pPr>
            <a:r>
              <a:rPr b="1" i="0" lang="en-US" sz="3000" u="none" cap="none" strike="noStrike">
                <a:solidFill>
                  <a:srgbClr val="FF3399"/>
                </a:solidFill>
                <a:latin typeface="Arial"/>
                <a:ea typeface="Arial"/>
                <a:cs typeface="Arial"/>
                <a:sym typeface="Arial"/>
              </a:rPr>
              <a:t> Problem Formulation and Search Spaces</a:t>
            </a:r>
            <a:endParaRPr/>
          </a:p>
          <a:p>
            <a:pPr indent="-14287" lvl="0" marL="14287" marR="0" rtl="0" algn="l">
              <a:lnSpc>
                <a:spcPct val="150000"/>
              </a:lnSpc>
              <a:spcBef>
                <a:spcPts val="0"/>
              </a:spcBef>
              <a:spcAft>
                <a:spcPts val="0"/>
              </a:spcAft>
              <a:buClr>
                <a:srgbClr val="FF3399"/>
              </a:buClr>
              <a:buSzPts val="3000"/>
              <a:buFont typeface="Arial"/>
              <a:buChar char="•"/>
            </a:pPr>
            <a:r>
              <a:rPr b="1" i="0" lang="en-US" sz="3000" u="none" cap="none" strike="noStrike">
                <a:solidFill>
                  <a:srgbClr val="FF3399"/>
                </a:solidFill>
                <a:latin typeface="Arial"/>
                <a:ea typeface="Arial"/>
                <a:cs typeface="Arial"/>
                <a:sym typeface="Arial"/>
              </a:rPr>
              <a:t> Example Problems</a:t>
            </a:r>
            <a:endParaRPr/>
          </a:p>
          <a:p>
            <a:pPr indent="-14287" lvl="0" marL="14287" marR="0" rtl="0" algn="l">
              <a:lnSpc>
                <a:spcPct val="150000"/>
              </a:lnSpc>
              <a:spcBef>
                <a:spcPts val="0"/>
              </a:spcBef>
              <a:spcAft>
                <a:spcPts val="0"/>
              </a:spcAft>
              <a:buClr>
                <a:srgbClr val="FF3399"/>
              </a:buClr>
              <a:buSzPts val="3000"/>
              <a:buFont typeface="Arial"/>
              <a:buChar char="•"/>
            </a:pPr>
            <a:r>
              <a:rPr b="1" i="0" lang="en-US" sz="3000" u="none" cap="none" strike="noStrike">
                <a:solidFill>
                  <a:srgbClr val="FF3399"/>
                </a:solidFill>
                <a:latin typeface="Arial"/>
                <a:ea typeface="Arial"/>
                <a:cs typeface="Arial"/>
                <a:sym typeface="Arial"/>
              </a:rPr>
              <a:t> Tree Search Algorithm</a:t>
            </a:r>
            <a:endParaRPr/>
          </a:p>
          <a:p>
            <a:pPr indent="-177800" lvl="2" marL="914400" marR="0" rtl="0" algn="just">
              <a:lnSpc>
                <a:spcPct val="120000"/>
              </a:lnSpc>
              <a:spcBef>
                <a:spcPts val="0"/>
              </a:spcBef>
              <a:spcAft>
                <a:spcPts val="0"/>
              </a:spcAft>
              <a:buClr>
                <a:srgbClr val="C00000"/>
              </a:buClr>
              <a:buSzPts val="2800"/>
              <a:buFont typeface="Noto Sans Symbols"/>
              <a:buChar char="⮚"/>
            </a:pPr>
            <a:r>
              <a:rPr b="0" i="0" lang="en-US" sz="2800" u="none" cap="none" strike="noStrike">
                <a:solidFill>
                  <a:srgbClr val="FF3399"/>
                </a:solidFill>
                <a:latin typeface="Arial"/>
                <a:ea typeface="Arial"/>
                <a:cs typeface="Arial"/>
                <a:sym typeface="Arial"/>
              </a:rPr>
              <a:t> </a:t>
            </a:r>
            <a:r>
              <a:rPr b="1" i="0" lang="en-US" sz="2800" u="none" cap="none" strike="noStrike">
                <a:solidFill>
                  <a:srgbClr val="FF0066"/>
                </a:solidFill>
                <a:latin typeface="Arial"/>
                <a:ea typeface="Arial"/>
                <a:cs typeface="Arial"/>
                <a:sym typeface="Arial"/>
              </a:rPr>
              <a:t>Breadth-First Search</a:t>
            </a:r>
            <a:endParaRPr/>
          </a:p>
          <a:p>
            <a:pPr indent="-177800" lvl="2" marL="914400" marR="0" rtl="0" algn="just">
              <a:lnSpc>
                <a:spcPct val="120000"/>
              </a:lnSpc>
              <a:spcBef>
                <a:spcPts val="0"/>
              </a:spcBef>
              <a:spcAft>
                <a:spcPts val="0"/>
              </a:spcAft>
              <a:buClr>
                <a:srgbClr val="C00000"/>
              </a:buClr>
              <a:buSzPts val="2800"/>
              <a:buFont typeface="Noto Sans Symbols"/>
              <a:buChar char="⮚"/>
            </a:pPr>
            <a:r>
              <a:rPr b="1" i="0" lang="en-US" sz="2800" u="none" cap="none" strike="noStrike">
                <a:solidFill>
                  <a:srgbClr val="FF0066"/>
                </a:solidFill>
                <a:latin typeface="Arial"/>
                <a:ea typeface="Arial"/>
                <a:cs typeface="Arial"/>
                <a:sym typeface="Arial"/>
              </a:rPr>
              <a:t> Uniform-Cost Search</a:t>
            </a:r>
            <a:endParaRPr/>
          </a:p>
          <a:p>
            <a:pPr indent="-177800" lvl="2" marL="914400" marR="0" rtl="0" algn="just">
              <a:lnSpc>
                <a:spcPct val="120000"/>
              </a:lnSpc>
              <a:spcBef>
                <a:spcPts val="0"/>
              </a:spcBef>
              <a:spcAft>
                <a:spcPts val="0"/>
              </a:spcAft>
              <a:buClr>
                <a:srgbClr val="C00000"/>
              </a:buClr>
              <a:buSzPts val="2800"/>
              <a:buFont typeface="Noto Sans Symbols"/>
              <a:buChar char="⮚"/>
            </a:pPr>
            <a:r>
              <a:rPr b="1" i="0" lang="en-US" sz="2800" u="none" cap="none" strike="noStrike">
                <a:solidFill>
                  <a:srgbClr val="FF0066"/>
                </a:solidFill>
                <a:latin typeface="Arial"/>
                <a:ea typeface="Arial"/>
                <a:cs typeface="Arial"/>
                <a:sym typeface="Arial"/>
              </a:rPr>
              <a:t> Depth-First Search</a:t>
            </a:r>
            <a:endParaRPr/>
          </a:p>
          <a:p>
            <a:pPr indent="-177800" lvl="2" marL="914400" marR="0" rtl="0" algn="just">
              <a:lnSpc>
                <a:spcPct val="120000"/>
              </a:lnSpc>
              <a:spcBef>
                <a:spcPts val="0"/>
              </a:spcBef>
              <a:spcAft>
                <a:spcPts val="0"/>
              </a:spcAft>
              <a:buClr>
                <a:srgbClr val="C00000"/>
              </a:buClr>
              <a:buSzPts val="2800"/>
              <a:buFont typeface="Noto Sans Symbols"/>
              <a:buChar char="⮚"/>
            </a:pPr>
            <a:r>
              <a:rPr b="1" i="0" lang="en-US" sz="2800" u="none" cap="none" strike="noStrike">
                <a:solidFill>
                  <a:srgbClr val="FF0066"/>
                </a:solidFill>
                <a:latin typeface="Arial"/>
                <a:ea typeface="Arial"/>
                <a:cs typeface="Arial"/>
                <a:sym typeface="Arial"/>
              </a:rPr>
              <a:t> Depth-Limited Search</a:t>
            </a:r>
            <a:endParaRPr/>
          </a:p>
          <a:p>
            <a:pPr indent="-177800" lvl="2" marL="914400" marR="0" rtl="0" algn="just">
              <a:lnSpc>
                <a:spcPct val="120000"/>
              </a:lnSpc>
              <a:spcBef>
                <a:spcPts val="0"/>
              </a:spcBef>
              <a:spcAft>
                <a:spcPts val="0"/>
              </a:spcAft>
              <a:buClr>
                <a:srgbClr val="C00000"/>
              </a:buClr>
              <a:buSzPts val="2800"/>
              <a:buFont typeface="Noto Sans Symbols"/>
              <a:buChar char="⮚"/>
            </a:pPr>
            <a:r>
              <a:rPr b="1" i="0" lang="en-US" sz="2800" u="none" cap="none" strike="noStrike">
                <a:solidFill>
                  <a:srgbClr val="FF0066"/>
                </a:solidFill>
                <a:latin typeface="Arial"/>
                <a:ea typeface="Arial"/>
                <a:cs typeface="Arial"/>
                <a:sym typeface="Arial"/>
              </a:rPr>
              <a:t> Iteratively Deepening Search</a:t>
            </a:r>
            <a:endParaRPr/>
          </a:p>
          <a:p>
            <a:pPr indent="-177800" lvl="2" marL="914400" marR="0" rtl="0" algn="just">
              <a:lnSpc>
                <a:spcPct val="120000"/>
              </a:lnSpc>
              <a:spcBef>
                <a:spcPts val="0"/>
              </a:spcBef>
              <a:spcAft>
                <a:spcPts val="0"/>
              </a:spcAft>
              <a:buClr>
                <a:srgbClr val="C00000"/>
              </a:buClr>
              <a:buSzPts val="2800"/>
              <a:buFont typeface="Noto Sans Symbols"/>
              <a:buChar char="⮚"/>
            </a:pPr>
            <a:r>
              <a:rPr b="1" i="0" lang="en-US" sz="2800" u="none" cap="none" strike="noStrike">
                <a:solidFill>
                  <a:srgbClr val="FF0066"/>
                </a:solidFill>
                <a:latin typeface="Arial"/>
                <a:ea typeface="Arial"/>
                <a:cs typeface="Arial"/>
                <a:sym typeface="Arial"/>
              </a:rPr>
              <a:t> Bidirectional Search</a:t>
            </a:r>
            <a:endParaRPr/>
          </a:p>
        </p:txBody>
      </p:sp>
      <p:sp>
        <p:nvSpPr>
          <p:cNvPr id="130" name="Google Shape;130;p2"/>
          <p:cNvSpPr txBox="1"/>
          <p:nvPr/>
        </p:nvSpPr>
        <p:spPr>
          <a:xfrm>
            <a:off x="6934200" y="6550025"/>
            <a:ext cx="2133600" cy="231775"/>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0" i="0" lang="en-US" sz="1400" u="none" cap="none" strike="noStrike">
                <a:solidFill>
                  <a:schemeClr val="dk1"/>
                </a:solidFill>
                <a:latin typeface="Arial"/>
                <a:ea typeface="Arial"/>
                <a:cs typeface="Arial"/>
                <a:sym typeface="Arial"/>
              </a:rPr>
              <a:t>‹#›</a:t>
            </a:fld>
            <a:endParaRPr/>
          </a:p>
        </p:txBody>
      </p:sp>
      <p:pic>
        <p:nvPicPr>
          <p:cNvPr id="131" name="Google Shape;131;p2"/>
          <p:cNvPicPr preferRelativeResize="0"/>
          <p:nvPr/>
        </p:nvPicPr>
        <p:blipFill rotWithShape="1">
          <a:blip r:embed="rId3">
            <a:alphaModFix/>
          </a:blip>
          <a:srcRect b="0" l="0" r="0" t="0"/>
          <a:stretch/>
        </p:blipFill>
        <p:spPr>
          <a:xfrm>
            <a:off x="8001000" y="0"/>
            <a:ext cx="1143000" cy="1143000"/>
          </a:xfrm>
          <a:prstGeom prst="rect">
            <a:avLst/>
          </a:prstGeom>
          <a:noFill/>
          <a:ln>
            <a:noFill/>
          </a:ln>
        </p:spPr>
      </p:pic>
    </p:spTree>
  </p:cSld>
  <p:clrMapOvr>
    <a:masterClrMapping/>
  </p:clrMapOvr>
  <p:transition spd="slow">
    <p:fade thruBlk="1"/>
  </p:transition>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3"/>
          <p:cNvSpPr txBox="1"/>
          <p:nvPr>
            <p:ph type="title"/>
          </p:nvPr>
        </p:nvSpPr>
        <p:spPr>
          <a:xfrm>
            <a:off x="457200" y="76200"/>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C00000"/>
              </a:buClr>
              <a:buSzPts val="4400"/>
              <a:buFont typeface="Arial"/>
              <a:buNone/>
            </a:pPr>
            <a:r>
              <a:rPr b="1" i="0" lang="en-US" sz="4400" u="none">
                <a:solidFill>
                  <a:srgbClr val="C00000"/>
                </a:solidFill>
                <a:latin typeface="Arial"/>
                <a:ea typeface="Arial"/>
                <a:cs typeface="Arial"/>
                <a:sym typeface="Arial"/>
              </a:rPr>
              <a:t>Introduction</a:t>
            </a:r>
            <a:endParaRPr/>
          </a:p>
        </p:txBody>
      </p:sp>
      <p:sp>
        <p:nvSpPr>
          <p:cNvPr id="137" name="Google Shape;137;p3"/>
          <p:cNvSpPr txBox="1"/>
          <p:nvPr>
            <p:ph idx="1" type="body"/>
          </p:nvPr>
        </p:nvSpPr>
        <p:spPr>
          <a:xfrm>
            <a:off x="457200" y="1600200"/>
            <a:ext cx="8229600" cy="4876800"/>
          </a:xfrm>
          <a:prstGeom prst="rect">
            <a:avLst/>
          </a:prstGeom>
          <a:noFill/>
          <a:ln>
            <a:noFill/>
          </a:ln>
        </p:spPr>
        <p:txBody>
          <a:bodyPr anchorCtr="0" anchor="t" bIns="45700" lIns="91425" spcFirstLastPara="1" rIns="91425" wrap="square" tIns="45700">
            <a:noAutofit/>
          </a:bodyPr>
          <a:lstStyle/>
          <a:p>
            <a:pPr indent="-342900" lvl="0" marL="342900" rtl="0" algn="just">
              <a:lnSpc>
                <a:spcPct val="80000"/>
              </a:lnSpc>
              <a:spcBef>
                <a:spcPts val="0"/>
              </a:spcBef>
              <a:spcAft>
                <a:spcPts val="0"/>
              </a:spcAft>
              <a:buClr>
                <a:srgbClr val="990000"/>
              </a:buClr>
              <a:buSzPts val="3200"/>
              <a:buFont typeface="Noto Sans Symbols"/>
              <a:buChar char="❑"/>
            </a:pPr>
            <a:r>
              <a:rPr b="0" i="0" lang="en-US" sz="3200" u="none">
                <a:solidFill>
                  <a:schemeClr val="dk1"/>
                </a:solidFill>
                <a:latin typeface="Arial"/>
                <a:ea typeface="Arial"/>
                <a:cs typeface="Arial"/>
                <a:sym typeface="Arial"/>
              </a:rPr>
              <a:t>In this topic, we see how an agent can find a sequence of actions that achieves its goals, when no single action will do.</a:t>
            </a:r>
            <a:endParaRPr/>
          </a:p>
        </p:txBody>
      </p:sp>
      <p:sp>
        <p:nvSpPr>
          <p:cNvPr id="138" name="Google Shape;138;p3"/>
          <p:cNvSpPr txBox="1"/>
          <p:nvPr/>
        </p:nvSpPr>
        <p:spPr>
          <a:xfrm>
            <a:off x="6934200" y="6550025"/>
            <a:ext cx="2133600" cy="231775"/>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0" i="0" lang="en-US" sz="1400" u="none" cap="none" strike="noStrike">
                <a:solidFill>
                  <a:schemeClr val="dk1"/>
                </a:solidFill>
                <a:latin typeface="Arial"/>
                <a:ea typeface="Arial"/>
                <a:cs typeface="Arial"/>
                <a:sym typeface="Arial"/>
              </a:rPr>
              <a:t>‹#›</a:t>
            </a:fld>
            <a:endParaRPr/>
          </a:p>
        </p:txBody>
      </p:sp>
      <p:pic>
        <p:nvPicPr>
          <p:cNvPr id="139" name="Google Shape;139;p3"/>
          <p:cNvPicPr preferRelativeResize="0"/>
          <p:nvPr/>
        </p:nvPicPr>
        <p:blipFill rotWithShape="1">
          <a:blip r:embed="rId3">
            <a:alphaModFix/>
          </a:blip>
          <a:srcRect b="0" l="0" r="0" t="0"/>
          <a:stretch/>
        </p:blipFill>
        <p:spPr>
          <a:xfrm>
            <a:off x="8229600" y="0"/>
            <a:ext cx="914400" cy="914400"/>
          </a:xfrm>
          <a:prstGeom prst="rect">
            <a:avLst/>
          </a:prstGeom>
          <a:noFill/>
          <a:ln>
            <a:noFill/>
          </a:ln>
        </p:spPr>
      </p:pic>
    </p:spTree>
  </p:cSld>
  <p:clrMapOvr>
    <a:masterClrMapping/>
  </p:clrMapOvr>
  <p:transition spd="slow">
    <p:fade thruBlk="1"/>
  </p:transition>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4"/>
          <p:cNvSpPr txBox="1"/>
          <p:nvPr>
            <p:ph type="title"/>
          </p:nvPr>
        </p:nvSpPr>
        <p:spPr>
          <a:xfrm>
            <a:off x="914400" y="191150"/>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C00000"/>
              </a:buClr>
              <a:buSzPts val="4400"/>
              <a:buFont typeface="Arial"/>
              <a:buNone/>
            </a:pPr>
            <a:r>
              <a:rPr b="1" i="0" lang="en-US" sz="4400" u="none">
                <a:solidFill>
                  <a:srgbClr val="C00000"/>
                </a:solidFill>
                <a:latin typeface="Arial"/>
                <a:ea typeface="Arial"/>
                <a:cs typeface="Arial"/>
                <a:sym typeface="Arial"/>
              </a:rPr>
              <a:t>Problem-Solving</a:t>
            </a:r>
            <a:r>
              <a:rPr b="1" i="1" lang="en-US" sz="4400" u="none">
                <a:solidFill>
                  <a:srgbClr val="C00000"/>
                </a:solidFill>
                <a:latin typeface="Arial"/>
                <a:ea typeface="Arial"/>
                <a:cs typeface="Arial"/>
                <a:sym typeface="Arial"/>
              </a:rPr>
              <a:t> </a:t>
            </a:r>
            <a:r>
              <a:rPr b="1" i="0" lang="en-US" sz="4400" u="none">
                <a:solidFill>
                  <a:srgbClr val="C00000"/>
                </a:solidFill>
                <a:latin typeface="Arial"/>
                <a:ea typeface="Arial"/>
                <a:cs typeface="Arial"/>
                <a:sym typeface="Arial"/>
              </a:rPr>
              <a:t>Agent</a:t>
            </a:r>
            <a:endParaRPr/>
          </a:p>
        </p:txBody>
      </p:sp>
      <p:sp>
        <p:nvSpPr>
          <p:cNvPr id="145" name="Google Shape;145;p4"/>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rtl="0" algn="just">
              <a:lnSpc>
                <a:spcPct val="8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Four general steps in problem solving:</a:t>
            </a:r>
            <a:endParaRPr/>
          </a:p>
          <a:p>
            <a:pPr indent="-342900" lvl="0" marL="342900" rtl="0" algn="just">
              <a:lnSpc>
                <a:spcPct val="80000"/>
              </a:lnSpc>
              <a:spcBef>
                <a:spcPts val="560"/>
              </a:spcBef>
              <a:spcAft>
                <a:spcPts val="0"/>
              </a:spcAft>
              <a:buClr>
                <a:srgbClr val="C00000"/>
              </a:buClr>
              <a:buSzPts val="2800"/>
              <a:buFont typeface="Arial"/>
              <a:buChar char="•"/>
            </a:pPr>
            <a:r>
              <a:rPr b="1" i="0" lang="en-US" sz="2800" u="none">
                <a:solidFill>
                  <a:schemeClr val="dk1"/>
                </a:solidFill>
                <a:latin typeface="Arial"/>
                <a:ea typeface="Arial"/>
                <a:cs typeface="Arial"/>
                <a:sym typeface="Arial"/>
              </a:rPr>
              <a:t>Goal formulation</a:t>
            </a:r>
            <a:endParaRPr/>
          </a:p>
          <a:p>
            <a:pPr indent="-285750" lvl="1" marL="742950" rtl="0" algn="just">
              <a:lnSpc>
                <a:spcPct val="80000"/>
              </a:lnSpc>
              <a:spcBef>
                <a:spcPts val="480"/>
              </a:spcBef>
              <a:spcAft>
                <a:spcPts val="0"/>
              </a:spcAft>
              <a:buClr>
                <a:srgbClr val="C00000"/>
              </a:buClr>
              <a:buSzPts val="2400"/>
              <a:buFont typeface="Arial"/>
              <a:buChar char="–"/>
            </a:pPr>
            <a:r>
              <a:rPr b="0" i="0" lang="en-US" sz="2400" u="none">
                <a:solidFill>
                  <a:schemeClr val="dk1"/>
                </a:solidFill>
                <a:latin typeface="Arial"/>
                <a:ea typeface="Arial"/>
                <a:cs typeface="Arial"/>
                <a:sym typeface="Arial"/>
              </a:rPr>
              <a:t>What are the successful world states</a:t>
            </a:r>
            <a:endParaRPr/>
          </a:p>
          <a:p>
            <a:pPr indent="-342900" lvl="0" marL="342900" rtl="0" algn="just">
              <a:lnSpc>
                <a:spcPct val="80000"/>
              </a:lnSpc>
              <a:spcBef>
                <a:spcPts val="560"/>
              </a:spcBef>
              <a:spcAft>
                <a:spcPts val="0"/>
              </a:spcAft>
              <a:buClr>
                <a:srgbClr val="C00000"/>
              </a:buClr>
              <a:buSzPts val="2800"/>
              <a:buFont typeface="Arial"/>
              <a:buChar char="•"/>
            </a:pPr>
            <a:r>
              <a:rPr b="1" i="0" lang="en-US" sz="2800" u="none">
                <a:solidFill>
                  <a:schemeClr val="dk1"/>
                </a:solidFill>
                <a:latin typeface="Arial"/>
                <a:ea typeface="Arial"/>
                <a:cs typeface="Arial"/>
                <a:sym typeface="Arial"/>
              </a:rPr>
              <a:t>Problem formulation</a:t>
            </a:r>
            <a:endParaRPr/>
          </a:p>
          <a:p>
            <a:pPr indent="-285750" lvl="1" marL="742950" rtl="0" algn="just">
              <a:lnSpc>
                <a:spcPct val="80000"/>
              </a:lnSpc>
              <a:spcBef>
                <a:spcPts val="480"/>
              </a:spcBef>
              <a:spcAft>
                <a:spcPts val="0"/>
              </a:spcAft>
              <a:buClr>
                <a:srgbClr val="C00000"/>
              </a:buClr>
              <a:buSzPts val="2400"/>
              <a:buFont typeface="Arial"/>
              <a:buChar char="–"/>
            </a:pPr>
            <a:r>
              <a:rPr b="0" i="0" lang="en-US" sz="2400" u="none">
                <a:solidFill>
                  <a:schemeClr val="dk1"/>
                </a:solidFill>
                <a:latin typeface="Arial"/>
                <a:ea typeface="Arial"/>
                <a:cs typeface="Arial"/>
                <a:sym typeface="Arial"/>
              </a:rPr>
              <a:t>What actions and states to consider given the goal</a:t>
            </a:r>
            <a:endParaRPr/>
          </a:p>
          <a:p>
            <a:pPr indent="-342900" lvl="0" marL="342900" rtl="0" algn="just">
              <a:lnSpc>
                <a:spcPct val="80000"/>
              </a:lnSpc>
              <a:spcBef>
                <a:spcPts val="560"/>
              </a:spcBef>
              <a:spcAft>
                <a:spcPts val="0"/>
              </a:spcAft>
              <a:buClr>
                <a:srgbClr val="C00000"/>
              </a:buClr>
              <a:buSzPts val="2800"/>
              <a:buFont typeface="Arial"/>
              <a:buChar char="•"/>
            </a:pPr>
            <a:r>
              <a:rPr b="1" i="0" lang="en-US" sz="2800" u="none">
                <a:solidFill>
                  <a:schemeClr val="dk1"/>
                </a:solidFill>
                <a:latin typeface="Arial"/>
                <a:ea typeface="Arial"/>
                <a:cs typeface="Arial"/>
                <a:sym typeface="Arial"/>
              </a:rPr>
              <a:t>Search</a:t>
            </a:r>
            <a:endParaRPr/>
          </a:p>
          <a:p>
            <a:pPr indent="-285750" lvl="1" marL="742950" rtl="0" algn="just">
              <a:lnSpc>
                <a:spcPct val="80000"/>
              </a:lnSpc>
              <a:spcBef>
                <a:spcPts val="480"/>
              </a:spcBef>
              <a:spcAft>
                <a:spcPts val="0"/>
              </a:spcAft>
              <a:buClr>
                <a:srgbClr val="C00000"/>
              </a:buClr>
              <a:buSzPts val="2400"/>
              <a:buFont typeface="Arial"/>
              <a:buChar char="–"/>
            </a:pPr>
            <a:r>
              <a:rPr b="0" i="0" lang="en-US" sz="2400" u="none">
                <a:solidFill>
                  <a:schemeClr val="dk1"/>
                </a:solidFill>
                <a:latin typeface="Arial"/>
                <a:ea typeface="Arial"/>
                <a:cs typeface="Arial"/>
                <a:sym typeface="Arial"/>
              </a:rPr>
              <a:t>Examine different possible sequences of actions that lead to states of known value and then choose the best sequence</a:t>
            </a:r>
            <a:endParaRPr/>
          </a:p>
          <a:p>
            <a:pPr indent="-342900" lvl="0" marL="342900" rtl="0" algn="just">
              <a:lnSpc>
                <a:spcPct val="80000"/>
              </a:lnSpc>
              <a:spcBef>
                <a:spcPts val="560"/>
              </a:spcBef>
              <a:spcAft>
                <a:spcPts val="0"/>
              </a:spcAft>
              <a:buClr>
                <a:srgbClr val="C00000"/>
              </a:buClr>
              <a:buSzPts val="2800"/>
              <a:buFont typeface="Arial"/>
              <a:buChar char="•"/>
            </a:pPr>
            <a:r>
              <a:rPr b="1" i="0" lang="en-US" sz="2800" u="none">
                <a:solidFill>
                  <a:schemeClr val="dk1"/>
                </a:solidFill>
                <a:latin typeface="Arial"/>
                <a:ea typeface="Arial"/>
                <a:cs typeface="Arial"/>
                <a:sym typeface="Arial"/>
              </a:rPr>
              <a:t>Execute</a:t>
            </a:r>
            <a:endParaRPr/>
          </a:p>
          <a:p>
            <a:pPr indent="-285750" lvl="1" marL="742950" rtl="0" algn="just">
              <a:lnSpc>
                <a:spcPct val="80000"/>
              </a:lnSpc>
              <a:spcBef>
                <a:spcPts val="480"/>
              </a:spcBef>
              <a:spcAft>
                <a:spcPts val="0"/>
              </a:spcAft>
              <a:buClr>
                <a:srgbClr val="C00000"/>
              </a:buClr>
              <a:buSzPts val="2400"/>
              <a:buFont typeface="Arial"/>
              <a:buChar char="–"/>
            </a:pPr>
            <a:r>
              <a:rPr b="0" i="0" lang="en-US" sz="2400" u="none">
                <a:solidFill>
                  <a:schemeClr val="dk1"/>
                </a:solidFill>
                <a:latin typeface="Arial"/>
                <a:ea typeface="Arial"/>
                <a:cs typeface="Arial"/>
                <a:sym typeface="Arial"/>
              </a:rPr>
              <a:t>Perform actions on the basis of the solution</a:t>
            </a:r>
            <a:endParaRPr/>
          </a:p>
        </p:txBody>
      </p:sp>
      <p:sp>
        <p:nvSpPr>
          <p:cNvPr id="146" name="Google Shape;146;p4"/>
          <p:cNvSpPr txBox="1"/>
          <p:nvPr/>
        </p:nvSpPr>
        <p:spPr>
          <a:xfrm>
            <a:off x="6934200" y="6550025"/>
            <a:ext cx="2133600" cy="231775"/>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0" i="0" lang="en-US" sz="1400" u="none" cap="none" strike="noStrike">
                <a:solidFill>
                  <a:schemeClr val="dk1"/>
                </a:solidFill>
                <a:latin typeface="Arial"/>
                <a:ea typeface="Arial"/>
                <a:cs typeface="Arial"/>
                <a:sym typeface="Arial"/>
              </a:rPr>
              <a:t>‹#›</a:t>
            </a:fld>
            <a:endParaRPr/>
          </a:p>
        </p:txBody>
      </p:sp>
      <p:pic>
        <p:nvPicPr>
          <p:cNvPr id="147" name="Google Shape;147;p4"/>
          <p:cNvPicPr preferRelativeResize="0"/>
          <p:nvPr/>
        </p:nvPicPr>
        <p:blipFill rotWithShape="1">
          <a:blip r:embed="rId3">
            <a:alphaModFix/>
          </a:blip>
          <a:srcRect b="0" l="0" r="0" t="0"/>
          <a:stretch/>
        </p:blipFill>
        <p:spPr>
          <a:xfrm>
            <a:off x="8229600" y="0"/>
            <a:ext cx="914400" cy="914400"/>
          </a:xfrm>
          <a:prstGeom prst="rect">
            <a:avLst/>
          </a:prstGeom>
          <a:noFill/>
          <a:ln>
            <a:noFill/>
          </a:ln>
        </p:spPr>
      </p:pic>
    </p:spTree>
  </p:cSld>
  <p:clrMapOvr>
    <a:masterClrMapping/>
  </p:clrMapOvr>
  <p:transition spd="slow">
    <p:fade thruBlk="1"/>
  </p:transition>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5"/>
          <p:cNvSpPr txBox="1"/>
          <p:nvPr>
            <p:ph type="title"/>
          </p:nvPr>
        </p:nvSpPr>
        <p:spPr>
          <a:xfrm>
            <a:off x="457200" y="76200"/>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C00000"/>
              </a:buClr>
              <a:buSzPts val="4400"/>
              <a:buFont typeface="Arial"/>
              <a:buNone/>
            </a:pPr>
            <a:r>
              <a:rPr b="1" i="0" lang="en-US" sz="4400" u="none">
                <a:solidFill>
                  <a:srgbClr val="C00000"/>
                </a:solidFill>
                <a:latin typeface="Arial"/>
                <a:ea typeface="Arial"/>
                <a:cs typeface="Arial"/>
                <a:sym typeface="Arial"/>
              </a:rPr>
              <a:t>Example: Romania</a:t>
            </a:r>
            <a:endParaRPr/>
          </a:p>
        </p:txBody>
      </p:sp>
      <p:graphicFrame>
        <p:nvGraphicFramePr>
          <p:cNvPr id="153" name="Google Shape;153;p5"/>
          <p:cNvGraphicFramePr/>
          <p:nvPr/>
        </p:nvGraphicFramePr>
        <p:xfrm>
          <a:off x="838200" y="1295400"/>
          <a:ext cx="7467600" cy="5170487"/>
        </p:xfrm>
        <a:graphic>
          <a:graphicData uri="http://schemas.openxmlformats.org/presentationml/2006/ole">
            <mc:AlternateContent>
              <mc:Choice Requires="v">
                <p:oleObj r:id="rId4" imgH="5170487" imgW="7467600" progId="Paint.Picture" spid="_x0000_s1">
                  <p:embed/>
                </p:oleObj>
              </mc:Choice>
              <mc:Fallback>
                <p:oleObj r:id="rId5" imgH="5170487" imgW="7467600" progId="Paint.Picture">
                  <p:embed/>
                  <p:pic>
                    <p:nvPicPr>
                      <p:cNvPr id="153" name="Google Shape;153;p5"/>
                      <p:cNvPicPr preferRelativeResize="0"/>
                      <p:nvPr>
                        <p:ph idx="1" type="body"/>
                      </p:nvPr>
                    </p:nvPicPr>
                    <p:blipFill rotWithShape="1">
                      <a:blip r:embed="rId6">
                        <a:alphaModFix/>
                      </a:blip>
                      <a:srcRect b="0" l="0" r="0" t="0"/>
                      <a:stretch/>
                    </p:blipFill>
                    <p:spPr>
                      <a:xfrm>
                        <a:off x="838200" y="1295400"/>
                        <a:ext cx="7467600" cy="5170487"/>
                      </a:xfrm>
                      <a:prstGeom prst="rect">
                        <a:avLst/>
                      </a:prstGeom>
                      <a:noFill/>
                      <a:ln>
                        <a:noFill/>
                      </a:ln>
                    </p:spPr>
                  </p:pic>
                </p:oleObj>
              </mc:Fallback>
            </mc:AlternateContent>
          </a:graphicData>
        </a:graphic>
      </p:graphicFrame>
      <p:sp>
        <p:nvSpPr>
          <p:cNvPr id="154" name="Google Shape;154;p5"/>
          <p:cNvSpPr txBox="1"/>
          <p:nvPr/>
        </p:nvSpPr>
        <p:spPr>
          <a:xfrm>
            <a:off x="6934200" y="6550025"/>
            <a:ext cx="2133600" cy="231775"/>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0" i="0" lang="en-US" sz="1400" u="none" cap="none" strike="noStrike">
                <a:solidFill>
                  <a:schemeClr val="dk1"/>
                </a:solidFill>
                <a:latin typeface="Arial"/>
                <a:ea typeface="Arial"/>
                <a:cs typeface="Arial"/>
                <a:sym typeface="Arial"/>
              </a:rPr>
              <a:t>‹#›</a:t>
            </a:fld>
            <a:endParaRPr/>
          </a:p>
        </p:txBody>
      </p:sp>
      <p:pic>
        <p:nvPicPr>
          <p:cNvPr id="155" name="Google Shape;155;p5"/>
          <p:cNvPicPr preferRelativeResize="0"/>
          <p:nvPr/>
        </p:nvPicPr>
        <p:blipFill rotWithShape="1">
          <a:blip r:embed="rId7">
            <a:alphaModFix/>
          </a:blip>
          <a:srcRect b="0" l="0" r="0" t="0"/>
          <a:stretch/>
        </p:blipFill>
        <p:spPr>
          <a:xfrm>
            <a:off x="8229600" y="0"/>
            <a:ext cx="914400" cy="914400"/>
          </a:xfrm>
          <a:prstGeom prst="rect">
            <a:avLst/>
          </a:prstGeom>
          <a:noFill/>
          <a:ln>
            <a:noFill/>
          </a:ln>
        </p:spPr>
      </p:pic>
    </p:spTree>
  </p:cSld>
  <p:clrMapOvr>
    <a:masterClrMapping/>
  </p:clrMapOvr>
  <p:transition spd="slow">
    <p:fade thruBlk="1"/>
  </p:transition>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6"/>
          <p:cNvSpPr txBox="1"/>
          <p:nvPr>
            <p:ph type="title"/>
          </p:nvPr>
        </p:nvSpPr>
        <p:spPr>
          <a:xfrm>
            <a:off x="457200" y="76200"/>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C00000"/>
              </a:buClr>
              <a:buSzPts val="4400"/>
              <a:buFont typeface="Arial"/>
              <a:buNone/>
            </a:pPr>
            <a:r>
              <a:rPr b="1" i="0" lang="en-US" sz="4400" u="none">
                <a:solidFill>
                  <a:srgbClr val="C00000"/>
                </a:solidFill>
                <a:latin typeface="Arial"/>
                <a:ea typeface="Arial"/>
                <a:cs typeface="Arial"/>
                <a:sym typeface="Arial"/>
              </a:rPr>
              <a:t>Example: Romania</a:t>
            </a:r>
            <a:endParaRPr/>
          </a:p>
        </p:txBody>
      </p:sp>
      <p:sp>
        <p:nvSpPr>
          <p:cNvPr id="161" name="Google Shape;161;p6"/>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rtl="0" algn="just">
              <a:lnSpc>
                <a:spcPct val="8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	On holiday the agent is in Romania visiting in Arad. Flight leaves tomorrow from Bucharest.</a:t>
            </a:r>
            <a:endParaRPr/>
          </a:p>
          <a:p>
            <a:pPr indent="-342900" lvl="0" marL="342900" rtl="0" algn="just">
              <a:lnSpc>
                <a:spcPct val="80000"/>
              </a:lnSpc>
              <a:spcBef>
                <a:spcPts val="560"/>
              </a:spcBef>
              <a:spcAft>
                <a:spcPts val="0"/>
              </a:spcAft>
              <a:buClr>
                <a:schemeClr val="dk1"/>
              </a:buClr>
              <a:buSzPts val="2800"/>
              <a:buFont typeface="Arial"/>
              <a:buNone/>
            </a:pPr>
            <a:r>
              <a:t/>
            </a:r>
            <a:endParaRPr b="0" i="0" sz="2800" u="none">
              <a:solidFill>
                <a:schemeClr val="dk1"/>
              </a:solidFill>
              <a:latin typeface="Arial"/>
              <a:ea typeface="Arial"/>
              <a:cs typeface="Arial"/>
              <a:sym typeface="Arial"/>
            </a:endParaRPr>
          </a:p>
          <a:p>
            <a:pPr indent="-342900" lvl="0" marL="342900" rtl="0" algn="just">
              <a:lnSpc>
                <a:spcPct val="80000"/>
              </a:lnSpc>
              <a:spcBef>
                <a:spcPts val="560"/>
              </a:spcBef>
              <a:spcAft>
                <a:spcPts val="0"/>
              </a:spcAft>
              <a:buClr>
                <a:schemeClr val="dk1"/>
              </a:buClr>
              <a:buSzPts val="2800"/>
              <a:buFont typeface="Arial"/>
              <a:buChar char="•"/>
            </a:pPr>
            <a:r>
              <a:rPr b="0" i="0" lang="en-US" sz="2800" u="none">
                <a:solidFill>
                  <a:schemeClr val="dk1"/>
                </a:solidFill>
                <a:latin typeface="Arial"/>
                <a:ea typeface="Arial"/>
                <a:cs typeface="Arial"/>
                <a:sym typeface="Arial"/>
              </a:rPr>
              <a:t>Formulate goal</a:t>
            </a:r>
            <a:endParaRPr/>
          </a:p>
          <a:p>
            <a:pPr indent="-285750" lvl="1" marL="742950" rtl="0" algn="just">
              <a:lnSpc>
                <a:spcPct val="80000"/>
              </a:lnSpc>
              <a:spcBef>
                <a:spcPts val="480"/>
              </a:spcBef>
              <a:spcAft>
                <a:spcPts val="0"/>
              </a:spcAft>
              <a:buClr>
                <a:schemeClr val="dk1"/>
              </a:buClr>
              <a:buSzPts val="2400"/>
              <a:buFont typeface="Arial"/>
              <a:buChar char="–"/>
            </a:pPr>
            <a:r>
              <a:rPr b="0" i="0" lang="en-US" sz="2400" u="none">
                <a:solidFill>
                  <a:schemeClr val="dk1"/>
                </a:solidFill>
                <a:latin typeface="Arial"/>
                <a:ea typeface="Arial"/>
                <a:cs typeface="Arial"/>
                <a:sym typeface="Arial"/>
              </a:rPr>
              <a:t>Be in Bucharest</a:t>
            </a:r>
            <a:endParaRPr/>
          </a:p>
          <a:p>
            <a:pPr indent="-342900" lvl="0" marL="342900" rtl="0" algn="just">
              <a:lnSpc>
                <a:spcPct val="80000"/>
              </a:lnSpc>
              <a:spcBef>
                <a:spcPts val="560"/>
              </a:spcBef>
              <a:spcAft>
                <a:spcPts val="0"/>
              </a:spcAft>
              <a:buClr>
                <a:schemeClr val="dk1"/>
              </a:buClr>
              <a:buSzPts val="2800"/>
              <a:buFont typeface="Arial"/>
              <a:buChar char="•"/>
            </a:pPr>
            <a:r>
              <a:rPr b="0" i="0" lang="en-US" sz="2800" u="none">
                <a:solidFill>
                  <a:schemeClr val="dk1"/>
                </a:solidFill>
                <a:latin typeface="Arial"/>
                <a:ea typeface="Arial"/>
                <a:cs typeface="Arial"/>
                <a:sym typeface="Arial"/>
              </a:rPr>
              <a:t> Formulate problem</a:t>
            </a:r>
            <a:endParaRPr/>
          </a:p>
          <a:p>
            <a:pPr indent="-285750" lvl="1" marL="742950" rtl="0" algn="just">
              <a:lnSpc>
                <a:spcPct val="80000"/>
              </a:lnSpc>
              <a:spcBef>
                <a:spcPts val="480"/>
              </a:spcBef>
              <a:spcAft>
                <a:spcPts val="0"/>
              </a:spcAft>
              <a:buClr>
                <a:schemeClr val="dk1"/>
              </a:buClr>
              <a:buSzPts val="2400"/>
              <a:buFont typeface="Arial"/>
              <a:buChar char="–"/>
            </a:pPr>
            <a:r>
              <a:rPr b="0" i="0" lang="en-US" sz="2400" u="none">
                <a:solidFill>
                  <a:schemeClr val="dk1"/>
                </a:solidFill>
                <a:latin typeface="Arial"/>
                <a:ea typeface="Arial"/>
                <a:cs typeface="Arial"/>
                <a:sym typeface="Arial"/>
              </a:rPr>
              <a:t>States: various cities</a:t>
            </a:r>
            <a:endParaRPr/>
          </a:p>
          <a:p>
            <a:pPr indent="-285750" lvl="1" marL="742950" rtl="0" algn="just">
              <a:lnSpc>
                <a:spcPct val="80000"/>
              </a:lnSpc>
              <a:spcBef>
                <a:spcPts val="480"/>
              </a:spcBef>
              <a:spcAft>
                <a:spcPts val="0"/>
              </a:spcAft>
              <a:buClr>
                <a:schemeClr val="dk1"/>
              </a:buClr>
              <a:buSzPts val="2400"/>
              <a:buFont typeface="Arial"/>
              <a:buChar char="–"/>
            </a:pPr>
            <a:r>
              <a:rPr b="0" i="0" lang="en-US" sz="2400" u="none">
                <a:solidFill>
                  <a:schemeClr val="dk1"/>
                </a:solidFill>
                <a:latin typeface="Arial"/>
                <a:ea typeface="Arial"/>
                <a:cs typeface="Arial"/>
                <a:sym typeface="Arial"/>
              </a:rPr>
              <a:t>Actions: drive between cities</a:t>
            </a:r>
            <a:endParaRPr/>
          </a:p>
          <a:p>
            <a:pPr indent="-342900" lvl="0" marL="342900" rtl="0" algn="just">
              <a:lnSpc>
                <a:spcPct val="80000"/>
              </a:lnSpc>
              <a:spcBef>
                <a:spcPts val="560"/>
              </a:spcBef>
              <a:spcAft>
                <a:spcPts val="0"/>
              </a:spcAft>
              <a:buClr>
                <a:schemeClr val="dk1"/>
              </a:buClr>
              <a:buSzPts val="2800"/>
              <a:buFont typeface="Arial"/>
              <a:buChar char="•"/>
            </a:pPr>
            <a:r>
              <a:rPr b="0" i="0" lang="en-US" sz="2800" u="none">
                <a:solidFill>
                  <a:schemeClr val="dk1"/>
                </a:solidFill>
                <a:latin typeface="Arial"/>
                <a:ea typeface="Arial"/>
                <a:cs typeface="Arial"/>
                <a:sym typeface="Arial"/>
              </a:rPr>
              <a:t> Find solution</a:t>
            </a:r>
            <a:endParaRPr/>
          </a:p>
          <a:p>
            <a:pPr indent="-285750" lvl="1" marL="742950" rtl="0" algn="just">
              <a:lnSpc>
                <a:spcPct val="80000"/>
              </a:lnSpc>
              <a:spcBef>
                <a:spcPts val="480"/>
              </a:spcBef>
              <a:spcAft>
                <a:spcPts val="0"/>
              </a:spcAft>
              <a:buClr>
                <a:schemeClr val="dk1"/>
              </a:buClr>
              <a:buSzPts val="2400"/>
              <a:buFont typeface="Arial"/>
              <a:buChar char="–"/>
            </a:pPr>
            <a:r>
              <a:rPr b="0" i="0" lang="en-US" sz="2400" u="none">
                <a:solidFill>
                  <a:schemeClr val="dk1"/>
                </a:solidFill>
                <a:latin typeface="Arial"/>
                <a:ea typeface="Arial"/>
                <a:cs typeface="Arial"/>
                <a:sym typeface="Arial"/>
              </a:rPr>
              <a:t>Sequence of cities; e.g. Arad, Sibiu, Fagaras, Bucharest,…</a:t>
            </a:r>
            <a:endParaRPr/>
          </a:p>
        </p:txBody>
      </p:sp>
      <p:sp>
        <p:nvSpPr>
          <p:cNvPr id="162" name="Google Shape;162;p6"/>
          <p:cNvSpPr txBox="1"/>
          <p:nvPr/>
        </p:nvSpPr>
        <p:spPr>
          <a:xfrm>
            <a:off x="6934200" y="6550025"/>
            <a:ext cx="2133600" cy="231775"/>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0" i="0" lang="en-US" sz="1400" u="none" cap="none" strike="noStrike">
                <a:solidFill>
                  <a:schemeClr val="dk1"/>
                </a:solidFill>
                <a:latin typeface="Arial"/>
                <a:ea typeface="Arial"/>
                <a:cs typeface="Arial"/>
                <a:sym typeface="Arial"/>
              </a:rPr>
              <a:t>‹#›</a:t>
            </a:fld>
            <a:endParaRPr/>
          </a:p>
        </p:txBody>
      </p:sp>
      <p:pic>
        <p:nvPicPr>
          <p:cNvPr id="163" name="Google Shape;163;p6"/>
          <p:cNvPicPr preferRelativeResize="0"/>
          <p:nvPr/>
        </p:nvPicPr>
        <p:blipFill rotWithShape="1">
          <a:blip r:embed="rId3">
            <a:alphaModFix/>
          </a:blip>
          <a:srcRect b="0" l="0" r="0" t="0"/>
          <a:stretch/>
        </p:blipFill>
        <p:spPr>
          <a:xfrm>
            <a:off x="8229600" y="0"/>
            <a:ext cx="914400" cy="914400"/>
          </a:xfrm>
          <a:prstGeom prst="rect">
            <a:avLst/>
          </a:prstGeom>
          <a:noFill/>
          <a:ln>
            <a:noFill/>
          </a:ln>
        </p:spPr>
      </p:pic>
    </p:spTree>
  </p:cSld>
  <p:clrMapOvr>
    <a:masterClrMapping/>
  </p:clrMapOvr>
  <p:transition spd="slow">
    <p:fade thruBlk="1"/>
  </p:transition>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7"/>
          <p:cNvSpPr txBox="1"/>
          <p:nvPr>
            <p:ph type="title"/>
          </p:nvPr>
        </p:nvSpPr>
        <p:spPr>
          <a:xfrm>
            <a:off x="457200" y="76200"/>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C00000"/>
              </a:buClr>
              <a:buSzPts val="4400"/>
              <a:buFont typeface="Arial"/>
              <a:buNone/>
            </a:pPr>
            <a:r>
              <a:rPr b="1" i="0" lang="en-US" sz="4400" u="none">
                <a:solidFill>
                  <a:srgbClr val="C00000"/>
                </a:solidFill>
                <a:latin typeface="Arial"/>
                <a:ea typeface="Arial"/>
                <a:cs typeface="Arial"/>
                <a:sym typeface="Arial"/>
              </a:rPr>
              <a:t>Problem Type</a:t>
            </a:r>
            <a:endParaRPr/>
          </a:p>
        </p:txBody>
      </p:sp>
      <p:sp>
        <p:nvSpPr>
          <p:cNvPr id="169" name="Google Shape;169;p7"/>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rtl="0" algn="l">
              <a:lnSpc>
                <a:spcPct val="90000"/>
              </a:lnSpc>
              <a:spcBef>
                <a:spcPts val="0"/>
              </a:spcBef>
              <a:spcAft>
                <a:spcPts val="0"/>
              </a:spcAft>
              <a:buClr>
                <a:schemeClr val="dk1"/>
              </a:buClr>
              <a:buSzPts val="3200"/>
              <a:buFont typeface="Arial"/>
              <a:buNone/>
            </a:pPr>
            <a:r>
              <a:rPr b="0" i="0" lang="en-US" sz="3200" u="none">
                <a:solidFill>
                  <a:schemeClr val="dk1"/>
                </a:solidFill>
                <a:latin typeface="Arial"/>
                <a:ea typeface="Arial"/>
                <a:cs typeface="Arial"/>
                <a:sym typeface="Arial"/>
              </a:rPr>
              <a:t>Given how we have defined the problem:</a:t>
            </a:r>
            <a:endParaRPr/>
          </a:p>
          <a:p>
            <a:pPr indent="-342900" lvl="0" marL="342900" rtl="0" algn="l">
              <a:lnSpc>
                <a:spcPct val="90000"/>
              </a:lnSpc>
              <a:spcBef>
                <a:spcPts val="640"/>
              </a:spcBef>
              <a:spcAft>
                <a:spcPts val="0"/>
              </a:spcAft>
              <a:buClr>
                <a:schemeClr val="dk1"/>
              </a:buClr>
              <a:buSzPts val="3200"/>
              <a:buFont typeface="Arial"/>
              <a:buChar char="•"/>
            </a:pPr>
            <a:r>
              <a:rPr b="0" i="0" lang="en-US" sz="3200" u="none">
                <a:solidFill>
                  <a:schemeClr val="dk1"/>
                </a:solidFill>
                <a:latin typeface="Arial"/>
                <a:ea typeface="Arial"/>
                <a:cs typeface="Arial"/>
                <a:sym typeface="Arial"/>
              </a:rPr>
              <a:t>Environment is </a:t>
            </a:r>
            <a:r>
              <a:rPr b="1" i="0" lang="en-US" sz="3200" u="none">
                <a:solidFill>
                  <a:schemeClr val="dk1"/>
                </a:solidFill>
                <a:latin typeface="Arial"/>
                <a:ea typeface="Arial"/>
                <a:cs typeface="Arial"/>
                <a:sym typeface="Arial"/>
              </a:rPr>
              <a:t>fully observable</a:t>
            </a:r>
            <a:endParaRPr/>
          </a:p>
          <a:p>
            <a:pPr indent="-342900" lvl="0" marL="342900" rtl="0" algn="l">
              <a:lnSpc>
                <a:spcPct val="90000"/>
              </a:lnSpc>
              <a:spcBef>
                <a:spcPts val="640"/>
              </a:spcBef>
              <a:spcAft>
                <a:spcPts val="0"/>
              </a:spcAft>
              <a:buClr>
                <a:schemeClr val="dk1"/>
              </a:buClr>
              <a:buSzPts val="3200"/>
              <a:buFont typeface="Arial"/>
              <a:buChar char="•"/>
            </a:pPr>
            <a:r>
              <a:rPr b="0" i="0" lang="en-US" sz="3200" u="none">
                <a:solidFill>
                  <a:schemeClr val="dk1"/>
                </a:solidFill>
                <a:latin typeface="Arial"/>
                <a:ea typeface="Arial"/>
                <a:cs typeface="Arial"/>
                <a:sym typeface="Arial"/>
              </a:rPr>
              <a:t>Environment is </a:t>
            </a:r>
            <a:r>
              <a:rPr b="1" i="0" lang="en-US" sz="3200" u="none">
                <a:solidFill>
                  <a:schemeClr val="dk1"/>
                </a:solidFill>
                <a:latin typeface="Arial"/>
                <a:ea typeface="Arial"/>
                <a:cs typeface="Arial"/>
                <a:sym typeface="Arial"/>
              </a:rPr>
              <a:t>deterministic</a:t>
            </a:r>
            <a:endParaRPr/>
          </a:p>
          <a:p>
            <a:pPr indent="-342900" lvl="0" marL="342900" rtl="0" algn="l">
              <a:lnSpc>
                <a:spcPct val="90000"/>
              </a:lnSpc>
              <a:spcBef>
                <a:spcPts val="640"/>
              </a:spcBef>
              <a:spcAft>
                <a:spcPts val="0"/>
              </a:spcAft>
              <a:buClr>
                <a:schemeClr val="dk1"/>
              </a:buClr>
              <a:buSzPts val="3200"/>
              <a:buFont typeface="Arial"/>
              <a:buChar char="•"/>
            </a:pPr>
            <a:r>
              <a:rPr b="0" i="0" lang="en-US" sz="3200" u="none">
                <a:solidFill>
                  <a:schemeClr val="dk1"/>
                </a:solidFill>
                <a:latin typeface="Arial"/>
                <a:ea typeface="Arial"/>
                <a:cs typeface="Arial"/>
                <a:sym typeface="Arial"/>
              </a:rPr>
              <a:t>Environment is </a:t>
            </a:r>
            <a:r>
              <a:rPr b="1" i="0" lang="en-US" sz="3200" u="none">
                <a:solidFill>
                  <a:schemeClr val="dk1"/>
                </a:solidFill>
                <a:latin typeface="Arial"/>
                <a:ea typeface="Arial"/>
                <a:cs typeface="Arial"/>
                <a:sym typeface="Arial"/>
              </a:rPr>
              <a:t>sequential</a:t>
            </a:r>
            <a:endParaRPr/>
          </a:p>
          <a:p>
            <a:pPr indent="-342900" lvl="0" marL="342900" rtl="0" algn="l">
              <a:lnSpc>
                <a:spcPct val="90000"/>
              </a:lnSpc>
              <a:spcBef>
                <a:spcPts val="640"/>
              </a:spcBef>
              <a:spcAft>
                <a:spcPts val="0"/>
              </a:spcAft>
              <a:buClr>
                <a:schemeClr val="dk1"/>
              </a:buClr>
              <a:buSzPts val="3200"/>
              <a:buFont typeface="Arial"/>
              <a:buChar char="•"/>
            </a:pPr>
            <a:r>
              <a:rPr b="0" i="0" lang="en-US" sz="3200" u="none">
                <a:solidFill>
                  <a:schemeClr val="dk1"/>
                </a:solidFill>
                <a:latin typeface="Arial"/>
                <a:ea typeface="Arial"/>
                <a:cs typeface="Arial"/>
                <a:sym typeface="Arial"/>
              </a:rPr>
              <a:t>Environment is </a:t>
            </a:r>
            <a:r>
              <a:rPr b="1" i="0" lang="en-US" sz="3200" u="none">
                <a:solidFill>
                  <a:schemeClr val="dk1"/>
                </a:solidFill>
                <a:latin typeface="Arial"/>
                <a:ea typeface="Arial"/>
                <a:cs typeface="Arial"/>
                <a:sym typeface="Arial"/>
              </a:rPr>
              <a:t>static</a:t>
            </a:r>
            <a:endParaRPr/>
          </a:p>
          <a:p>
            <a:pPr indent="-342900" lvl="0" marL="342900" rtl="0" algn="l">
              <a:lnSpc>
                <a:spcPct val="90000"/>
              </a:lnSpc>
              <a:spcBef>
                <a:spcPts val="640"/>
              </a:spcBef>
              <a:spcAft>
                <a:spcPts val="0"/>
              </a:spcAft>
              <a:buClr>
                <a:schemeClr val="dk1"/>
              </a:buClr>
              <a:buSzPts val="3200"/>
              <a:buFont typeface="Arial"/>
              <a:buChar char="•"/>
            </a:pPr>
            <a:r>
              <a:rPr b="0" i="0" lang="en-US" sz="3200" u="none">
                <a:solidFill>
                  <a:schemeClr val="dk1"/>
                </a:solidFill>
                <a:latin typeface="Arial"/>
                <a:ea typeface="Arial"/>
                <a:cs typeface="Arial"/>
                <a:sym typeface="Arial"/>
              </a:rPr>
              <a:t>Environment is </a:t>
            </a:r>
            <a:r>
              <a:rPr b="1" i="0" lang="en-US" sz="3200" u="none">
                <a:solidFill>
                  <a:schemeClr val="dk1"/>
                </a:solidFill>
                <a:latin typeface="Arial"/>
                <a:ea typeface="Arial"/>
                <a:cs typeface="Arial"/>
                <a:sym typeface="Arial"/>
              </a:rPr>
              <a:t>discrete</a:t>
            </a:r>
            <a:endParaRPr/>
          </a:p>
          <a:p>
            <a:pPr indent="-342900" lvl="0" marL="342900" rtl="0" algn="l">
              <a:lnSpc>
                <a:spcPct val="90000"/>
              </a:lnSpc>
              <a:spcBef>
                <a:spcPts val="640"/>
              </a:spcBef>
              <a:spcAft>
                <a:spcPts val="0"/>
              </a:spcAft>
              <a:buClr>
                <a:schemeClr val="dk1"/>
              </a:buClr>
              <a:buSzPts val="3200"/>
              <a:buFont typeface="Arial"/>
              <a:buChar char="•"/>
            </a:pPr>
            <a:r>
              <a:rPr b="0" i="0" lang="en-US" sz="3200" u="none">
                <a:solidFill>
                  <a:schemeClr val="dk1"/>
                </a:solidFill>
                <a:latin typeface="Arial"/>
                <a:ea typeface="Arial"/>
                <a:cs typeface="Arial"/>
                <a:sym typeface="Arial"/>
              </a:rPr>
              <a:t>Environment is </a:t>
            </a:r>
            <a:r>
              <a:rPr b="1" i="0" lang="en-US" sz="3200" u="none">
                <a:solidFill>
                  <a:schemeClr val="dk1"/>
                </a:solidFill>
                <a:latin typeface="Arial"/>
                <a:ea typeface="Arial"/>
                <a:cs typeface="Arial"/>
                <a:sym typeface="Arial"/>
              </a:rPr>
              <a:t>single-agent</a:t>
            </a:r>
            <a:endParaRPr/>
          </a:p>
        </p:txBody>
      </p:sp>
      <p:sp>
        <p:nvSpPr>
          <p:cNvPr id="170" name="Google Shape;170;p7"/>
          <p:cNvSpPr txBox="1"/>
          <p:nvPr/>
        </p:nvSpPr>
        <p:spPr>
          <a:xfrm>
            <a:off x="6934200" y="6550025"/>
            <a:ext cx="2133600" cy="231775"/>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0" i="0" lang="en-US" sz="1400" u="none" cap="none" strike="noStrike">
                <a:solidFill>
                  <a:schemeClr val="dk1"/>
                </a:solidFill>
                <a:latin typeface="Arial"/>
                <a:ea typeface="Arial"/>
                <a:cs typeface="Arial"/>
                <a:sym typeface="Arial"/>
              </a:rPr>
              <a:t>‹#›</a:t>
            </a:fld>
            <a:endParaRPr/>
          </a:p>
        </p:txBody>
      </p:sp>
      <p:pic>
        <p:nvPicPr>
          <p:cNvPr id="171" name="Google Shape;171;p7"/>
          <p:cNvPicPr preferRelativeResize="0"/>
          <p:nvPr/>
        </p:nvPicPr>
        <p:blipFill rotWithShape="1">
          <a:blip r:embed="rId3">
            <a:alphaModFix/>
          </a:blip>
          <a:srcRect b="0" l="0" r="0" t="0"/>
          <a:stretch/>
        </p:blipFill>
        <p:spPr>
          <a:xfrm>
            <a:off x="8229600" y="0"/>
            <a:ext cx="914400" cy="914400"/>
          </a:xfrm>
          <a:prstGeom prst="rect">
            <a:avLst/>
          </a:prstGeom>
          <a:noFill/>
          <a:ln>
            <a:noFill/>
          </a:ln>
        </p:spPr>
      </p:pic>
    </p:spTree>
  </p:cSld>
  <p:clrMapOvr>
    <a:masterClrMapping/>
  </p:clrMapOvr>
  <p:transition spd="slow">
    <p:fade thruBlk="1"/>
  </p:transition>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8"/>
          <p:cNvSpPr txBox="1"/>
          <p:nvPr>
            <p:ph type="title"/>
          </p:nvPr>
        </p:nvSpPr>
        <p:spPr>
          <a:xfrm>
            <a:off x="457200" y="0"/>
            <a:ext cx="8229600" cy="10668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C00000"/>
              </a:buClr>
              <a:buSzPts val="4400"/>
              <a:buFont typeface="Arial"/>
              <a:buNone/>
            </a:pPr>
            <a:r>
              <a:rPr b="1" i="0" lang="en-US" sz="4400" u="none">
                <a:solidFill>
                  <a:srgbClr val="C00000"/>
                </a:solidFill>
                <a:latin typeface="Arial"/>
                <a:ea typeface="Arial"/>
                <a:cs typeface="Arial"/>
                <a:sym typeface="Arial"/>
              </a:rPr>
              <a:t>Problem Formulation</a:t>
            </a:r>
            <a:endParaRPr/>
          </a:p>
        </p:txBody>
      </p:sp>
      <p:sp>
        <p:nvSpPr>
          <p:cNvPr id="177" name="Google Shape;177;p8"/>
          <p:cNvSpPr txBox="1"/>
          <p:nvPr>
            <p:ph idx="1" type="body"/>
          </p:nvPr>
        </p:nvSpPr>
        <p:spPr>
          <a:xfrm>
            <a:off x="457200" y="1112837"/>
            <a:ext cx="8458200" cy="5287962"/>
          </a:xfrm>
          <a:prstGeom prst="rect">
            <a:avLst/>
          </a:prstGeom>
          <a:noFill/>
          <a:ln>
            <a:noFill/>
          </a:ln>
        </p:spPr>
        <p:txBody>
          <a:bodyPr anchorCtr="0" anchor="t" bIns="45700" lIns="91425" spcFirstLastPara="1" rIns="91425" wrap="square" tIns="45700">
            <a:noAutofit/>
          </a:bodyPr>
          <a:lstStyle/>
          <a:p>
            <a:pPr indent="-342900" lvl="0" marL="342900" rtl="0" algn="l">
              <a:lnSpc>
                <a:spcPct val="90000"/>
              </a:lnSpc>
              <a:spcBef>
                <a:spcPts val="0"/>
              </a:spcBef>
              <a:spcAft>
                <a:spcPts val="0"/>
              </a:spcAft>
              <a:buClr>
                <a:srgbClr val="990000"/>
              </a:buClr>
              <a:buSzPts val="2800"/>
              <a:buFont typeface="Noto Sans Symbols"/>
              <a:buChar char="❑"/>
            </a:pPr>
            <a:r>
              <a:rPr b="0" i="0" lang="en-US" sz="2800" u="none">
                <a:solidFill>
                  <a:schemeClr val="dk1"/>
                </a:solidFill>
                <a:latin typeface="Arial"/>
                <a:ea typeface="Arial"/>
                <a:cs typeface="Arial"/>
                <a:sym typeface="Arial"/>
              </a:rPr>
              <a:t>A problem is defined by:</a:t>
            </a:r>
            <a:endParaRPr b="0" i="0" sz="2400" u="none">
              <a:solidFill>
                <a:schemeClr val="dk1"/>
              </a:solidFill>
              <a:latin typeface="Arial"/>
              <a:ea typeface="Arial"/>
              <a:cs typeface="Arial"/>
              <a:sym typeface="Arial"/>
            </a:endParaRPr>
          </a:p>
          <a:p>
            <a:pPr indent="-285750" lvl="1" marL="742950" rtl="0" algn="l">
              <a:lnSpc>
                <a:spcPct val="90000"/>
              </a:lnSpc>
              <a:spcBef>
                <a:spcPts val="480"/>
              </a:spcBef>
              <a:spcAft>
                <a:spcPts val="0"/>
              </a:spcAft>
              <a:buClr>
                <a:srgbClr val="990000"/>
              </a:buClr>
              <a:buSzPts val="2400"/>
              <a:buFont typeface="Noto Sans Symbols"/>
              <a:buChar char="▪"/>
            </a:pPr>
            <a:r>
              <a:rPr b="0" i="0" lang="en-US" sz="2400" u="none">
                <a:solidFill>
                  <a:schemeClr val="dk1"/>
                </a:solidFill>
                <a:latin typeface="Arial"/>
                <a:ea typeface="Arial"/>
                <a:cs typeface="Arial"/>
                <a:sym typeface="Arial"/>
              </a:rPr>
              <a:t>An initial state, e.g. </a:t>
            </a:r>
            <a:r>
              <a:rPr b="0" i="1" lang="en-US" sz="2400" u="none">
                <a:solidFill>
                  <a:schemeClr val="dk1"/>
                </a:solidFill>
                <a:latin typeface="Arial"/>
                <a:ea typeface="Arial"/>
                <a:cs typeface="Arial"/>
                <a:sym typeface="Arial"/>
              </a:rPr>
              <a:t>In(Arad)</a:t>
            </a:r>
            <a:endParaRPr/>
          </a:p>
          <a:p>
            <a:pPr indent="-285750" lvl="1" marL="742950" rtl="0" algn="l">
              <a:lnSpc>
                <a:spcPct val="90000"/>
              </a:lnSpc>
              <a:spcBef>
                <a:spcPts val="480"/>
              </a:spcBef>
              <a:spcAft>
                <a:spcPts val="0"/>
              </a:spcAft>
              <a:buClr>
                <a:srgbClr val="990000"/>
              </a:buClr>
              <a:buSzPts val="2400"/>
              <a:buFont typeface="Noto Sans Symbols"/>
              <a:buChar char="▪"/>
            </a:pPr>
            <a:r>
              <a:rPr b="0" i="0" lang="en-US" sz="2400" u="none">
                <a:solidFill>
                  <a:schemeClr val="dk1"/>
                </a:solidFill>
                <a:latin typeface="Arial"/>
                <a:ea typeface="Arial"/>
                <a:cs typeface="Arial"/>
                <a:sym typeface="Arial"/>
              </a:rPr>
              <a:t>A successor function </a:t>
            </a:r>
            <a:r>
              <a:rPr b="0" i="1" lang="en-US" sz="2400" u="none">
                <a:solidFill>
                  <a:schemeClr val="dk1"/>
                </a:solidFill>
                <a:latin typeface="Arial"/>
                <a:ea typeface="Arial"/>
                <a:cs typeface="Arial"/>
                <a:sym typeface="Arial"/>
              </a:rPr>
              <a:t>S</a:t>
            </a:r>
            <a:r>
              <a:rPr b="0" i="0" lang="en-US" sz="2400" u="none">
                <a:solidFill>
                  <a:schemeClr val="dk1"/>
                </a:solidFill>
                <a:latin typeface="Arial"/>
                <a:ea typeface="Arial"/>
                <a:cs typeface="Arial"/>
                <a:sym typeface="Arial"/>
              </a:rPr>
              <a:t>(</a:t>
            </a:r>
            <a:r>
              <a:rPr b="0" i="1" lang="en-US" sz="2400" u="none">
                <a:solidFill>
                  <a:schemeClr val="dk1"/>
                </a:solidFill>
                <a:latin typeface="Arial"/>
                <a:ea typeface="Arial"/>
                <a:cs typeface="Arial"/>
                <a:sym typeface="Arial"/>
              </a:rPr>
              <a:t>x</a:t>
            </a:r>
            <a:r>
              <a:rPr b="0" i="0" lang="en-US" sz="2400" u="none">
                <a:solidFill>
                  <a:schemeClr val="dk1"/>
                </a:solidFill>
                <a:latin typeface="Arial"/>
                <a:ea typeface="Arial"/>
                <a:cs typeface="Arial"/>
                <a:sym typeface="Arial"/>
              </a:rPr>
              <a:t>)</a:t>
            </a:r>
            <a:r>
              <a:rPr b="0" i="1" lang="en-US" sz="2400" u="none">
                <a:solidFill>
                  <a:schemeClr val="dk1"/>
                </a:solidFill>
                <a:latin typeface="Arial"/>
                <a:ea typeface="Arial"/>
                <a:cs typeface="Arial"/>
                <a:sym typeface="Arial"/>
              </a:rPr>
              <a:t> </a:t>
            </a:r>
            <a:r>
              <a:rPr b="0" i="0" lang="en-US" sz="2400" u="none">
                <a:solidFill>
                  <a:schemeClr val="dk1"/>
                </a:solidFill>
                <a:latin typeface="Arial"/>
                <a:ea typeface="Arial"/>
                <a:cs typeface="Arial"/>
                <a:sym typeface="Arial"/>
              </a:rPr>
              <a:t>= set of action-state pairs</a:t>
            </a:r>
            <a:endParaRPr b="0" i="0" sz="2000" u="none">
              <a:solidFill>
                <a:schemeClr val="dk1"/>
              </a:solidFill>
              <a:latin typeface="Arial"/>
              <a:ea typeface="Arial"/>
              <a:cs typeface="Arial"/>
              <a:sym typeface="Arial"/>
            </a:endParaRPr>
          </a:p>
          <a:p>
            <a:pPr indent="-228600" lvl="2" marL="1143000" rtl="0" algn="l">
              <a:lnSpc>
                <a:spcPct val="90000"/>
              </a:lnSpc>
              <a:spcBef>
                <a:spcPts val="400"/>
              </a:spcBef>
              <a:spcAft>
                <a:spcPts val="0"/>
              </a:spcAft>
              <a:buClr>
                <a:srgbClr val="990000"/>
              </a:buClr>
              <a:buSzPts val="2000"/>
              <a:buFont typeface="Arial"/>
              <a:buChar char="•"/>
            </a:pPr>
            <a:r>
              <a:rPr b="0" i="1" lang="en-US" sz="2000" u="none">
                <a:solidFill>
                  <a:schemeClr val="dk1"/>
                </a:solidFill>
                <a:latin typeface="Arial"/>
                <a:ea typeface="Arial"/>
                <a:cs typeface="Arial"/>
                <a:sym typeface="Arial"/>
              </a:rPr>
              <a:t>S(In(Arad)) = {(Go(Sibiu), In(Sibiu)), (Go(Zerind), In(Zerind)),  					(Go(Timisoara), In(Timisoara))}</a:t>
            </a:r>
            <a:endParaRPr/>
          </a:p>
          <a:p>
            <a:pPr indent="-228600" lvl="2" marL="1143000" rtl="0" algn="l">
              <a:lnSpc>
                <a:spcPct val="90000"/>
              </a:lnSpc>
              <a:spcBef>
                <a:spcPts val="400"/>
              </a:spcBef>
              <a:spcAft>
                <a:spcPts val="0"/>
              </a:spcAft>
              <a:buClr>
                <a:srgbClr val="990000"/>
              </a:buClr>
              <a:buSzPts val="2000"/>
              <a:buFont typeface="Arial"/>
              <a:buChar char="•"/>
            </a:pPr>
            <a:r>
              <a:rPr b="0" i="0" lang="en-US" sz="2000" u="none">
                <a:solidFill>
                  <a:schemeClr val="dk1"/>
                </a:solidFill>
                <a:latin typeface="Arial"/>
                <a:ea typeface="Arial"/>
                <a:cs typeface="Arial"/>
                <a:sym typeface="Arial"/>
              </a:rPr>
              <a:t>initial state + successor function = state space</a:t>
            </a:r>
            <a:endParaRPr b="0" i="0" sz="2400" u="none">
              <a:solidFill>
                <a:schemeClr val="dk1"/>
              </a:solidFill>
              <a:latin typeface="Arial"/>
              <a:ea typeface="Arial"/>
              <a:cs typeface="Arial"/>
              <a:sym typeface="Arial"/>
            </a:endParaRPr>
          </a:p>
          <a:p>
            <a:pPr indent="-285750" lvl="1" marL="742950" rtl="0" algn="l">
              <a:lnSpc>
                <a:spcPct val="90000"/>
              </a:lnSpc>
              <a:spcBef>
                <a:spcPts val="480"/>
              </a:spcBef>
              <a:spcAft>
                <a:spcPts val="0"/>
              </a:spcAft>
              <a:buClr>
                <a:srgbClr val="990000"/>
              </a:buClr>
              <a:buSzPts val="2400"/>
              <a:buFont typeface="Noto Sans Symbols"/>
              <a:buChar char="▪"/>
            </a:pPr>
            <a:r>
              <a:rPr b="0" i="0" lang="en-US" sz="2400" u="none">
                <a:solidFill>
                  <a:schemeClr val="dk1"/>
                </a:solidFill>
                <a:latin typeface="Arial"/>
                <a:ea typeface="Arial"/>
                <a:cs typeface="Arial"/>
                <a:sym typeface="Arial"/>
              </a:rPr>
              <a:t>Goal test</a:t>
            </a:r>
            <a:endParaRPr b="0" i="0" sz="2000" u="none">
              <a:solidFill>
                <a:schemeClr val="dk1"/>
              </a:solidFill>
              <a:latin typeface="Arial"/>
              <a:ea typeface="Arial"/>
              <a:cs typeface="Arial"/>
              <a:sym typeface="Arial"/>
            </a:endParaRPr>
          </a:p>
          <a:p>
            <a:pPr indent="-228600" lvl="2" marL="1143000" rtl="0" algn="l">
              <a:lnSpc>
                <a:spcPct val="90000"/>
              </a:lnSpc>
              <a:spcBef>
                <a:spcPts val="400"/>
              </a:spcBef>
              <a:spcAft>
                <a:spcPts val="0"/>
              </a:spcAft>
              <a:buClr>
                <a:srgbClr val="990000"/>
              </a:buClr>
              <a:buSzPts val="2000"/>
              <a:buFont typeface="Arial"/>
              <a:buChar char="•"/>
            </a:pPr>
            <a:r>
              <a:rPr b="0" i="0" lang="en-US" sz="2000" u="none">
                <a:solidFill>
                  <a:schemeClr val="dk1"/>
                </a:solidFill>
                <a:latin typeface="Arial"/>
                <a:ea typeface="Arial"/>
                <a:cs typeface="Arial"/>
                <a:sym typeface="Arial"/>
              </a:rPr>
              <a:t>Explicit, e.g. </a:t>
            </a:r>
            <a:r>
              <a:rPr b="0" i="1" lang="en-US" sz="2000" u="none">
                <a:solidFill>
                  <a:schemeClr val="dk1"/>
                </a:solidFill>
                <a:latin typeface="Arial"/>
                <a:ea typeface="Arial"/>
                <a:cs typeface="Arial"/>
                <a:sym typeface="Arial"/>
              </a:rPr>
              <a:t>x=‘In(Bucharest)’</a:t>
            </a:r>
            <a:endParaRPr/>
          </a:p>
          <a:p>
            <a:pPr indent="-285750" lvl="1" marL="742950" rtl="0" algn="l">
              <a:lnSpc>
                <a:spcPct val="90000"/>
              </a:lnSpc>
              <a:spcBef>
                <a:spcPts val="480"/>
              </a:spcBef>
              <a:spcAft>
                <a:spcPts val="0"/>
              </a:spcAft>
              <a:buClr>
                <a:srgbClr val="990000"/>
              </a:buClr>
              <a:buSzPts val="2400"/>
              <a:buFont typeface="Noto Sans Symbols"/>
              <a:buChar char="▪"/>
            </a:pPr>
            <a:r>
              <a:rPr b="0" i="0" lang="en-US" sz="2400" u="none">
                <a:solidFill>
                  <a:schemeClr val="dk1"/>
                </a:solidFill>
                <a:latin typeface="Arial"/>
                <a:ea typeface="Arial"/>
                <a:cs typeface="Arial"/>
                <a:sym typeface="Arial"/>
              </a:rPr>
              <a:t>Path cost (assume additive)</a:t>
            </a:r>
            <a:endParaRPr b="0" i="0" sz="2000" u="none">
              <a:solidFill>
                <a:schemeClr val="dk1"/>
              </a:solidFill>
              <a:latin typeface="Arial"/>
              <a:ea typeface="Arial"/>
              <a:cs typeface="Arial"/>
              <a:sym typeface="Arial"/>
            </a:endParaRPr>
          </a:p>
          <a:p>
            <a:pPr indent="-228600" lvl="2" marL="1143000" rtl="0" algn="l">
              <a:lnSpc>
                <a:spcPct val="90000"/>
              </a:lnSpc>
              <a:spcBef>
                <a:spcPts val="400"/>
              </a:spcBef>
              <a:spcAft>
                <a:spcPts val="0"/>
              </a:spcAft>
              <a:buClr>
                <a:srgbClr val="990000"/>
              </a:buClr>
              <a:buSzPts val="2000"/>
              <a:buFont typeface="Arial"/>
              <a:buChar char="•"/>
            </a:pPr>
            <a:r>
              <a:rPr b="0" i="0" lang="en-US" sz="2000" u="none">
                <a:solidFill>
                  <a:schemeClr val="dk1"/>
                </a:solidFill>
                <a:latin typeface="Arial"/>
                <a:ea typeface="Arial"/>
                <a:cs typeface="Arial"/>
                <a:sym typeface="Arial"/>
              </a:rPr>
              <a:t>e.g. sum of distances, number of actions executed, …</a:t>
            </a:r>
            <a:endParaRPr/>
          </a:p>
          <a:p>
            <a:pPr indent="-342900" lvl="0" marL="342900" rtl="0" algn="l">
              <a:lnSpc>
                <a:spcPct val="90000"/>
              </a:lnSpc>
              <a:spcBef>
                <a:spcPts val="560"/>
              </a:spcBef>
              <a:spcAft>
                <a:spcPts val="0"/>
              </a:spcAft>
              <a:buClr>
                <a:srgbClr val="990000"/>
              </a:buClr>
              <a:buSzPts val="2800"/>
              <a:buFont typeface="Noto Sans Symbols"/>
              <a:buChar char="❑"/>
            </a:pPr>
            <a:r>
              <a:rPr b="0" i="0" lang="en-US" sz="2800" u="none">
                <a:solidFill>
                  <a:schemeClr val="dk1"/>
                </a:solidFill>
                <a:latin typeface="Arial"/>
                <a:ea typeface="Arial"/>
                <a:cs typeface="Arial"/>
                <a:sym typeface="Arial"/>
              </a:rPr>
              <a:t>A solution is a sequence of actions from initial to goal state</a:t>
            </a:r>
            <a:endParaRPr b="0" i="0" sz="2400" u="none">
              <a:solidFill>
                <a:schemeClr val="dk1"/>
              </a:solidFill>
              <a:latin typeface="Arial"/>
              <a:ea typeface="Arial"/>
              <a:cs typeface="Arial"/>
              <a:sym typeface="Arial"/>
            </a:endParaRPr>
          </a:p>
          <a:p>
            <a:pPr indent="-285750" lvl="1" marL="742950" rtl="0" algn="l">
              <a:lnSpc>
                <a:spcPct val="90000"/>
              </a:lnSpc>
              <a:spcBef>
                <a:spcPts val="480"/>
              </a:spcBef>
              <a:spcAft>
                <a:spcPts val="0"/>
              </a:spcAft>
              <a:buClr>
                <a:srgbClr val="990000"/>
              </a:buClr>
              <a:buSzPts val="2400"/>
              <a:buFont typeface="Noto Sans Symbols"/>
              <a:buChar char="▪"/>
            </a:pPr>
            <a:r>
              <a:rPr b="0" i="0" lang="en-US" sz="2400" u="none">
                <a:solidFill>
                  <a:schemeClr val="dk1"/>
                </a:solidFill>
                <a:latin typeface="Arial"/>
                <a:ea typeface="Arial"/>
                <a:cs typeface="Arial"/>
                <a:sym typeface="Arial"/>
              </a:rPr>
              <a:t>the optimal solution has the lowest path cost</a:t>
            </a:r>
            <a:endParaRPr/>
          </a:p>
        </p:txBody>
      </p:sp>
      <p:sp>
        <p:nvSpPr>
          <p:cNvPr id="178" name="Google Shape;178;p8"/>
          <p:cNvSpPr txBox="1"/>
          <p:nvPr/>
        </p:nvSpPr>
        <p:spPr>
          <a:xfrm>
            <a:off x="6934200" y="6550025"/>
            <a:ext cx="2133600" cy="231775"/>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0" i="0" lang="en-US" sz="1400" u="none" cap="none" strike="noStrike">
                <a:solidFill>
                  <a:schemeClr val="dk1"/>
                </a:solidFill>
                <a:latin typeface="Arial"/>
                <a:ea typeface="Arial"/>
                <a:cs typeface="Arial"/>
                <a:sym typeface="Arial"/>
              </a:rPr>
              <a:t>‹#›</a:t>
            </a:fld>
            <a:endParaRPr/>
          </a:p>
        </p:txBody>
      </p:sp>
      <p:pic>
        <p:nvPicPr>
          <p:cNvPr id="179" name="Google Shape;179;p8"/>
          <p:cNvPicPr preferRelativeResize="0"/>
          <p:nvPr/>
        </p:nvPicPr>
        <p:blipFill rotWithShape="1">
          <a:blip r:embed="rId3">
            <a:alphaModFix/>
          </a:blip>
          <a:srcRect b="0" l="0" r="0" t="0"/>
          <a:stretch/>
        </p:blipFill>
        <p:spPr>
          <a:xfrm>
            <a:off x="8229600" y="0"/>
            <a:ext cx="914400" cy="914400"/>
          </a:xfrm>
          <a:prstGeom prst="rect">
            <a:avLst/>
          </a:prstGeom>
          <a:noFill/>
          <a:ln>
            <a:noFill/>
          </a:ln>
        </p:spPr>
      </p:pic>
    </p:spTree>
  </p:cSld>
  <p:clrMapOvr>
    <a:masterClrMapping/>
  </p:clrMapOvr>
  <p:transition spd="slow">
    <p:fade thruBlk="1"/>
  </p:transition>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9"/>
          <p:cNvSpPr txBox="1"/>
          <p:nvPr/>
        </p:nvSpPr>
        <p:spPr>
          <a:xfrm>
            <a:off x="457200" y="76200"/>
            <a:ext cx="8229600" cy="1143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C00000"/>
              </a:buClr>
              <a:buSzPts val="4400"/>
              <a:buFont typeface="Arial"/>
              <a:buNone/>
            </a:pPr>
            <a:r>
              <a:rPr b="1" i="0" lang="en-US" sz="4400" u="none" cap="none" strike="noStrike">
                <a:solidFill>
                  <a:srgbClr val="C00000"/>
                </a:solidFill>
                <a:latin typeface="Arial"/>
                <a:ea typeface="Arial"/>
                <a:cs typeface="Arial"/>
                <a:sym typeface="Arial"/>
              </a:rPr>
              <a:t>State Space</a:t>
            </a:r>
            <a:endParaRPr/>
          </a:p>
        </p:txBody>
      </p:sp>
      <p:sp>
        <p:nvSpPr>
          <p:cNvPr id="185" name="Google Shape;185;p9"/>
          <p:cNvSpPr txBox="1"/>
          <p:nvPr/>
        </p:nvSpPr>
        <p:spPr>
          <a:xfrm>
            <a:off x="6934200" y="6550025"/>
            <a:ext cx="2133600" cy="231775"/>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0" i="0" lang="en-US" sz="1400" u="none" cap="none" strike="noStrike">
                <a:solidFill>
                  <a:schemeClr val="dk1"/>
                </a:solidFill>
                <a:latin typeface="Arial"/>
                <a:ea typeface="Arial"/>
                <a:cs typeface="Arial"/>
                <a:sym typeface="Arial"/>
              </a:rPr>
              <a:t>‹#›</a:t>
            </a:fld>
            <a:endParaRPr/>
          </a:p>
        </p:txBody>
      </p:sp>
      <p:pic>
        <p:nvPicPr>
          <p:cNvPr id="186" name="Google Shape;186;p9"/>
          <p:cNvPicPr preferRelativeResize="0"/>
          <p:nvPr/>
        </p:nvPicPr>
        <p:blipFill rotWithShape="1">
          <a:blip r:embed="rId3">
            <a:alphaModFix/>
          </a:blip>
          <a:srcRect b="0" l="0" r="0" t="0"/>
          <a:stretch/>
        </p:blipFill>
        <p:spPr>
          <a:xfrm>
            <a:off x="8229600" y="0"/>
            <a:ext cx="914400" cy="914400"/>
          </a:xfrm>
          <a:prstGeom prst="rect">
            <a:avLst/>
          </a:prstGeom>
          <a:noFill/>
          <a:ln>
            <a:noFill/>
          </a:ln>
        </p:spPr>
      </p:pic>
      <p:sp>
        <p:nvSpPr>
          <p:cNvPr id="187" name="Google Shape;187;p9"/>
          <p:cNvSpPr txBox="1"/>
          <p:nvPr/>
        </p:nvSpPr>
        <p:spPr>
          <a:xfrm>
            <a:off x="457200" y="1066800"/>
            <a:ext cx="8458200" cy="5483225"/>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25000"/>
              </a:lnSpc>
              <a:spcBef>
                <a:spcPts val="0"/>
              </a:spcBef>
              <a:spcAft>
                <a:spcPts val="0"/>
              </a:spcAft>
              <a:buClr>
                <a:srgbClr val="990000"/>
              </a:buClr>
              <a:buSzPts val="2800"/>
              <a:buFont typeface="Noto Sans Symbols"/>
              <a:buChar char="❑"/>
            </a:pPr>
            <a:r>
              <a:rPr b="0" i="0" lang="en-US" sz="2800" u="none" cap="none" strike="noStrike">
                <a:solidFill>
                  <a:schemeClr val="dk1"/>
                </a:solidFill>
                <a:latin typeface="Arial"/>
                <a:ea typeface="Arial"/>
                <a:cs typeface="Arial"/>
                <a:sym typeface="Arial"/>
              </a:rPr>
              <a:t>The state space of a problem is the set of all states reachable from the initial state.</a:t>
            </a:r>
            <a:endParaRPr/>
          </a:p>
          <a:p>
            <a:pPr indent="-342900" lvl="0" marL="342900" marR="0" rtl="0" algn="just">
              <a:lnSpc>
                <a:spcPct val="125000"/>
              </a:lnSpc>
              <a:spcBef>
                <a:spcPts val="560"/>
              </a:spcBef>
              <a:spcAft>
                <a:spcPts val="0"/>
              </a:spcAft>
              <a:buClr>
                <a:srgbClr val="990000"/>
              </a:buClr>
              <a:buSzPts val="2800"/>
              <a:buFont typeface="Noto Sans Symbols"/>
              <a:buChar char="❑"/>
            </a:pPr>
            <a:r>
              <a:rPr b="0" i="0" lang="en-US" sz="2800" u="none" cap="none" strike="noStrike">
                <a:solidFill>
                  <a:schemeClr val="dk1"/>
                </a:solidFill>
                <a:latin typeface="Arial"/>
                <a:ea typeface="Arial"/>
                <a:cs typeface="Arial"/>
                <a:sym typeface="Arial"/>
              </a:rPr>
              <a:t>The state space forms a graph, called a state space graph, in which the nodes are states and the arcs (may be labeled with costs) between nodes are actions.</a:t>
            </a:r>
            <a:endParaRPr/>
          </a:p>
          <a:p>
            <a:pPr indent="-342900" lvl="0" marL="342900" marR="0" rtl="0" algn="just">
              <a:lnSpc>
                <a:spcPct val="125000"/>
              </a:lnSpc>
              <a:spcBef>
                <a:spcPts val="560"/>
              </a:spcBef>
              <a:spcAft>
                <a:spcPts val="0"/>
              </a:spcAft>
              <a:buClr>
                <a:srgbClr val="990000"/>
              </a:buClr>
              <a:buSzPts val="2800"/>
              <a:buFont typeface="Noto Sans Symbols"/>
              <a:buChar char="❑"/>
            </a:pPr>
            <a:r>
              <a:rPr b="0" i="0" lang="en-US" sz="2800" u="none" cap="none" strike="noStrike">
                <a:solidFill>
                  <a:schemeClr val="dk1"/>
                </a:solidFill>
                <a:latin typeface="Arial"/>
                <a:ea typeface="Arial"/>
                <a:cs typeface="Arial"/>
                <a:sym typeface="Arial"/>
              </a:rPr>
              <a:t> The map of Romania shown in an earlier slide can be interpreted as a state space graph if we view each road as standing for two driving actions, one in each direction.</a:t>
            </a:r>
            <a:endParaRPr/>
          </a:p>
        </p:txBody>
      </p:sp>
    </p:spTree>
  </p:cSld>
  <p:clrMapOvr>
    <a:masterClrMapping/>
  </p:clrMapOvr>
  <p:transition spd="slow">
    <p:fade thruBlk="1"/>
  </p:transition>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10"/>
          <p:cNvSpPr txBox="1"/>
          <p:nvPr/>
        </p:nvSpPr>
        <p:spPr>
          <a:xfrm>
            <a:off x="457200" y="76200"/>
            <a:ext cx="8229600" cy="1143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C00000"/>
              </a:buClr>
              <a:buSzPts val="4400"/>
              <a:buFont typeface="Arial"/>
              <a:buNone/>
            </a:pPr>
            <a:r>
              <a:rPr b="1" i="0" lang="en-US" sz="4400" u="none" cap="none" strike="noStrike">
                <a:solidFill>
                  <a:srgbClr val="C00000"/>
                </a:solidFill>
                <a:latin typeface="Arial"/>
                <a:ea typeface="Arial"/>
                <a:cs typeface="Arial"/>
                <a:sym typeface="Arial"/>
              </a:rPr>
              <a:t>State Space</a:t>
            </a:r>
            <a:endParaRPr/>
          </a:p>
        </p:txBody>
      </p:sp>
      <p:pic>
        <p:nvPicPr>
          <p:cNvPr id="193" name="Google Shape;193;p10"/>
          <p:cNvPicPr preferRelativeResize="0"/>
          <p:nvPr/>
        </p:nvPicPr>
        <p:blipFill rotWithShape="1">
          <a:blip r:embed="rId3">
            <a:alphaModFix/>
          </a:blip>
          <a:srcRect b="0" l="0" r="0" t="0"/>
          <a:stretch/>
        </p:blipFill>
        <p:spPr>
          <a:xfrm>
            <a:off x="963612" y="1757362"/>
            <a:ext cx="7315200" cy="3378200"/>
          </a:xfrm>
          <a:prstGeom prst="rect">
            <a:avLst/>
          </a:prstGeom>
          <a:noFill/>
          <a:ln>
            <a:noFill/>
          </a:ln>
        </p:spPr>
      </p:pic>
      <p:sp>
        <p:nvSpPr>
          <p:cNvPr id="194" name="Google Shape;194;p10"/>
          <p:cNvSpPr txBox="1"/>
          <p:nvPr/>
        </p:nvSpPr>
        <p:spPr>
          <a:xfrm>
            <a:off x="2438400" y="5253037"/>
            <a:ext cx="4876800" cy="46196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Arial"/>
              <a:buNone/>
            </a:pPr>
            <a:r>
              <a:rPr b="0" i="0" lang="en-US" sz="2400" u="none" cap="none" strike="noStrike">
                <a:solidFill>
                  <a:schemeClr val="dk1"/>
                </a:solidFill>
                <a:latin typeface="Arial"/>
                <a:ea typeface="Arial"/>
                <a:cs typeface="Arial"/>
                <a:sym typeface="Arial"/>
              </a:rPr>
              <a:t>State space of the vacuum world</a:t>
            </a:r>
            <a:endParaRPr/>
          </a:p>
        </p:txBody>
      </p:sp>
      <p:sp>
        <p:nvSpPr>
          <p:cNvPr id="195" name="Google Shape;195;p10"/>
          <p:cNvSpPr txBox="1"/>
          <p:nvPr/>
        </p:nvSpPr>
        <p:spPr>
          <a:xfrm>
            <a:off x="6934200" y="6550025"/>
            <a:ext cx="2133600" cy="231775"/>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0" i="0" lang="en-US" sz="1400" u="none" cap="none" strike="noStrike">
                <a:solidFill>
                  <a:schemeClr val="dk1"/>
                </a:solidFill>
                <a:latin typeface="Arial"/>
                <a:ea typeface="Arial"/>
                <a:cs typeface="Arial"/>
                <a:sym typeface="Arial"/>
              </a:rPr>
              <a:t>‹#›</a:t>
            </a:fld>
            <a:endParaRPr/>
          </a:p>
        </p:txBody>
      </p:sp>
      <p:pic>
        <p:nvPicPr>
          <p:cNvPr id="196" name="Google Shape;196;p10"/>
          <p:cNvPicPr preferRelativeResize="0"/>
          <p:nvPr/>
        </p:nvPicPr>
        <p:blipFill rotWithShape="1">
          <a:blip r:embed="rId4">
            <a:alphaModFix/>
          </a:blip>
          <a:srcRect b="0" l="0" r="0" t="0"/>
          <a:stretch/>
        </p:blipFill>
        <p:spPr>
          <a:xfrm>
            <a:off x="8229600" y="0"/>
            <a:ext cx="914400" cy="914400"/>
          </a:xfrm>
          <a:prstGeom prst="rect">
            <a:avLst/>
          </a:prstGeom>
          <a:noFill/>
          <a:ln>
            <a:noFill/>
          </a:ln>
        </p:spPr>
      </p:pic>
    </p:spTree>
  </p:cSld>
  <p:clrMapOvr>
    <a:masterClrMapping/>
  </p:clrMapOvr>
  <p:transition spd="slow">
    <p:fade thruBlk="1"/>
  </p:transition>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11"/>
          <p:cNvSpPr txBox="1"/>
          <p:nvPr>
            <p:ph type="title"/>
          </p:nvPr>
        </p:nvSpPr>
        <p:spPr>
          <a:xfrm>
            <a:off x="457200" y="76200"/>
            <a:ext cx="8229600" cy="9144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C00000"/>
              </a:buClr>
              <a:buSzPts val="4400"/>
              <a:buFont typeface="Arial"/>
              <a:buNone/>
            </a:pPr>
            <a:r>
              <a:rPr b="1" i="0" lang="en-US" sz="4400" u="none">
                <a:solidFill>
                  <a:srgbClr val="C00000"/>
                </a:solidFill>
                <a:latin typeface="Arial"/>
                <a:ea typeface="Arial"/>
                <a:cs typeface="Arial"/>
                <a:sym typeface="Arial"/>
              </a:rPr>
              <a:t>Example Problems</a:t>
            </a:r>
            <a:endParaRPr/>
          </a:p>
        </p:txBody>
      </p:sp>
      <p:sp>
        <p:nvSpPr>
          <p:cNvPr id="202" name="Google Shape;202;p11"/>
          <p:cNvSpPr txBox="1"/>
          <p:nvPr>
            <p:ph idx="1" type="body"/>
          </p:nvPr>
        </p:nvSpPr>
        <p:spPr>
          <a:xfrm>
            <a:off x="152400" y="1219200"/>
            <a:ext cx="8763000" cy="5181600"/>
          </a:xfrm>
          <a:prstGeom prst="rect">
            <a:avLst/>
          </a:prstGeom>
          <a:noFill/>
          <a:ln>
            <a:noFill/>
          </a:ln>
        </p:spPr>
        <p:txBody>
          <a:bodyPr anchorCtr="0" anchor="t" bIns="45700" lIns="91425" spcFirstLastPara="1" rIns="91425" wrap="square" tIns="45700">
            <a:noAutofit/>
          </a:bodyPr>
          <a:lstStyle/>
          <a:p>
            <a:pPr indent="-342900" lvl="0" marL="342900" rtl="0" algn="just">
              <a:lnSpc>
                <a:spcPct val="90000"/>
              </a:lnSpc>
              <a:spcBef>
                <a:spcPts val="0"/>
              </a:spcBef>
              <a:spcAft>
                <a:spcPts val="0"/>
              </a:spcAft>
              <a:buClr>
                <a:srgbClr val="C00000"/>
              </a:buClr>
              <a:buSzPts val="2800"/>
              <a:buFont typeface="Noto Sans Symbols"/>
              <a:buChar char="❑"/>
            </a:pPr>
            <a:r>
              <a:rPr b="0" i="0" lang="en-US" sz="2800" u="none">
                <a:solidFill>
                  <a:schemeClr val="dk1"/>
                </a:solidFill>
                <a:latin typeface="Arial"/>
                <a:ea typeface="Arial"/>
                <a:cs typeface="Arial"/>
                <a:sym typeface="Arial"/>
              </a:rPr>
              <a:t>The problem-solving approach has been applied to a vast array of task environments.</a:t>
            </a:r>
            <a:endParaRPr/>
          </a:p>
          <a:p>
            <a:pPr indent="-342900" lvl="0" marL="342900" rtl="0" algn="just">
              <a:lnSpc>
                <a:spcPct val="100000"/>
              </a:lnSpc>
              <a:spcBef>
                <a:spcPts val="560"/>
              </a:spcBef>
              <a:spcAft>
                <a:spcPts val="0"/>
              </a:spcAft>
              <a:buClr>
                <a:srgbClr val="C00000"/>
              </a:buClr>
              <a:buSzPts val="2800"/>
              <a:buFont typeface="Noto Sans Symbols"/>
              <a:buChar char="❑"/>
            </a:pPr>
            <a:r>
              <a:rPr b="0" i="0" lang="en-US" sz="2800" u="none">
                <a:solidFill>
                  <a:schemeClr val="dk1"/>
                </a:solidFill>
                <a:latin typeface="Arial"/>
                <a:ea typeface="Arial"/>
                <a:cs typeface="Arial"/>
                <a:sym typeface="Arial"/>
              </a:rPr>
              <a:t>Some of the best known are listed here, distinguishing between </a:t>
            </a:r>
            <a:r>
              <a:rPr b="0" i="1" lang="en-US" sz="2800" u="none">
                <a:solidFill>
                  <a:srgbClr val="0000FF"/>
                </a:solidFill>
                <a:latin typeface="Arial"/>
                <a:ea typeface="Arial"/>
                <a:cs typeface="Arial"/>
                <a:sym typeface="Arial"/>
              </a:rPr>
              <a:t>toy</a:t>
            </a:r>
            <a:r>
              <a:rPr b="0" i="1" lang="en-US" sz="2800" u="none">
                <a:solidFill>
                  <a:schemeClr val="dk1"/>
                </a:solidFill>
                <a:latin typeface="Arial"/>
                <a:ea typeface="Arial"/>
                <a:cs typeface="Arial"/>
                <a:sym typeface="Arial"/>
              </a:rPr>
              <a:t> and </a:t>
            </a:r>
            <a:r>
              <a:rPr b="0" i="1" lang="en-US" sz="2800" u="none">
                <a:solidFill>
                  <a:srgbClr val="0000FF"/>
                </a:solidFill>
                <a:latin typeface="Arial"/>
                <a:ea typeface="Arial"/>
                <a:cs typeface="Arial"/>
                <a:sym typeface="Arial"/>
              </a:rPr>
              <a:t>real-world</a:t>
            </a:r>
            <a:r>
              <a:rPr b="0" i="0" lang="en-US" sz="2800" u="none">
                <a:solidFill>
                  <a:schemeClr val="dk1"/>
                </a:solidFill>
                <a:latin typeface="Arial"/>
                <a:ea typeface="Arial"/>
                <a:cs typeface="Arial"/>
                <a:sym typeface="Arial"/>
              </a:rPr>
              <a:t> problems.</a:t>
            </a:r>
            <a:endParaRPr/>
          </a:p>
          <a:p>
            <a:pPr indent="-342900" lvl="0" marL="342900" rtl="0" algn="just">
              <a:lnSpc>
                <a:spcPct val="100000"/>
              </a:lnSpc>
              <a:spcBef>
                <a:spcPts val="560"/>
              </a:spcBef>
              <a:spcAft>
                <a:spcPts val="0"/>
              </a:spcAft>
              <a:buClr>
                <a:srgbClr val="C00000"/>
              </a:buClr>
              <a:buSzPts val="2800"/>
              <a:buFont typeface="Noto Sans Symbols"/>
              <a:buChar char="❑"/>
            </a:pPr>
            <a:r>
              <a:rPr b="0" i="0" lang="en-US" sz="2800" u="none">
                <a:solidFill>
                  <a:schemeClr val="dk1"/>
                </a:solidFill>
                <a:latin typeface="Arial"/>
                <a:ea typeface="Arial"/>
                <a:cs typeface="Arial"/>
                <a:sym typeface="Arial"/>
              </a:rPr>
              <a:t>A </a:t>
            </a:r>
            <a:r>
              <a:rPr b="1" i="1" lang="en-US" sz="2800" u="none">
                <a:solidFill>
                  <a:schemeClr val="dk1"/>
                </a:solidFill>
                <a:latin typeface="Arial"/>
                <a:ea typeface="Arial"/>
                <a:cs typeface="Arial"/>
                <a:sym typeface="Arial"/>
              </a:rPr>
              <a:t>toy problem</a:t>
            </a:r>
            <a:r>
              <a:rPr b="0" i="0" lang="en-US" sz="2800" u="none">
                <a:solidFill>
                  <a:schemeClr val="dk1"/>
                </a:solidFill>
                <a:latin typeface="Arial"/>
                <a:ea typeface="Arial"/>
                <a:cs typeface="Arial"/>
                <a:sym typeface="Arial"/>
              </a:rPr>
              <a:t> is intended to illustrate or exercise various problem-solving methods.</a:t>
            </a:r>
            <a:endParaRPr/>
          </a:p>
          <a:p>
            <a:pPr indent="-342900" lvl="0" marL="342900" rtl="0" algn="just">
              <a:lnSpc>
                <a:spcPct val="100000"/>
              </a:lnSpc>
              <a:spcBef>
                <a:spcPts val="560"/>
              </a:spcBef>
              <a:spcAft>
                <a:spcPts val="0"/>
              </a:spcAft>
              <a:buClr>
                <a:srgbClr val="C00000"/>
              </a:buClr>
              <a:buSzPts val="2800"/>
              <a:buFont typeface="Noto Sans Symbols"/>
              <a:buChar char="❑"/>
            </a:pPr>
            <a:r>
              <a:rPr b="0" i="0" lang="en-US" sz="2800" u="none">
                <a:solidFill>
                  <a:schemeClr val="dk1"/>
                </a:solidFill>
                <a:latin typeface="Arial"/>
                <a:ea typeface="Arial"/>
                <a:cs typeface="Arial"/>
                <a:sym typeface="Arial"/>
              </a:rPr>
              <a:t>It is usable by different researchers to compare the performance of algorithms.</a:t>
            </a:r>
            <a:r>
              <a:rPr b="1" i="0" lang="en-US" sz="2800" u="none">
                <a:solidFill>
                  <a:schemeClr val="dk1"/>
                </a:solidFill>
                <a:latin typeface="Arial"/>
                <a:ea typeface="Arial"/>
                <a:cs typeface="Arial"/>
                <a:sym typeface="Arial"/>
              </a:rPr>
              <a:t> 	</a:t>
            </a:r>
            <a:endParaRPr/>
          </a:p>
          <a:p>
            <a:pPr indent="-342900" lvl="0" marL="342900" rtl="0" algn="just">
              <a:lnSpc>
                <a:spcPct val="100000"/>
              </a:lnSpc>
              <a:spcBef>
                <a:spcPts val="560"/>
              </a:spcBef>
              <a:spcAft>
                <a:spcPts val="0"/>
              </a:spcAft>
              <a:buClr>
                <a:srgbClr val="C00000"/>
              </a:buClr>
              <a:buSzPts val="2800"/>
              <a:buFont typeface="Noto Sans Symbols"/>
              <a:buChar char="❑"/>
            </a:pPr>
            <a:r>
              <a:rPr b="0" i="0" lang="en-US" sz="2800" u="none">
                <a:solidFill>
                  <a:schemeClr val="dk1"/>
                </a:solidFill>
                <a:latin typeface="Arial"/>
                <a:ea typeface="Arial"/>
                <a:cs typeface="Arial"/>
                <a:sym typeface="Arial"/>
              </a:rPr>
              <a:t> A </a:t>
            </a:r>
            <a:r>
              <a:rPr b="1" i="1" lang="en-US" sz="2800" u="none">
                <a:solidFill>
                  <a:schemeClr val="dk1"/>
                </a:solidFill>
                <a:latin typeface="Arial"/>
                <a:ea typeface="Arial"/>
                <a:cs typeface="Arial"/>
                <a:sym typeface="Arial"/>
              </a:rPr>
              <a:t>real-world problem</a:t>
            </a:r>
            <a:r>
              <a:rPr b="0" i="0" lang="en-US" sz="2800" u="none">
                <a:solidFill>
                  <a:schemeClr val="dk1"/>
                </a:solidFill>
                <a:latin typeface="Arial"/>
                <a:ea typeface="Arial"/>
                <a:cs typeface="Arial"/>
                <a:sym typeface="Arial"/>
              </a:rPr>
              <a:t> is one whose solutions people actually care about.</a:t>
            </a:r>
            <a:endParaRPr/>
          </a:p>
          <a:p>
            <a:pPr indent="-342900" lvl="0" marL="342900" rtl="0" algn="just">
              <a:lnSpc>
                <a:spcPct val="100000"/>
              </a:lnSpc>
              <a:spcBef>
                <a:spcPts val="560"/>
              </a:spcBef>
              <a:spcAft>
                <a:spcPts val="0"/>
              </a:spcAft>
              <a:buClr>
                <a:srgbClr val="C00000"/>
              </a:buClr>
              <a:buSzPts val="2800"/>
              <a:buFont typeface="Noto Sans Symbols"/>
              <a:buChar char="❑"/>
            </a:pPr>
            <a:r>
              <a:rPr b="0" i="0" lang="en-US" sz="2800" u="none">
                <a:solidFill>
                  <a:schemeClr val="dk1"/>
                </a:solidFill>
                <a:latin typeface="Arial"/>
                <a:ea typeface="Arial"/>
                <a:cs typeface="Arial"/>
                <a:sym typeface="Arial"/>
              </a:rPr>
              <a:t>We will mainly focus on toy problems in this topic.</a:t>
            </a:r>
            <a:endParaRPr/>
          </a:p>
        </p:txBody>
      </p:sp>
      <p:sp>
        <p:nvSpPr>
          <p:cNvPr id="203" name="Google Shape;203;p11"/>
          <p:cNvSpPr txBox="1"/>
          <p:nvPr/>
        </p:nvSpPr>
        <p:spPr>
          <a:xfrm>
            <a:off x="6934200" y="6550025"/>
            <a:ext cx="2133600" cy="231775"/>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0" i="0" lang="en-US" sz="1400" u="none" cap="none" strike="noStrike">
                <a:solidFill>
                  <a:schemeClr val="dk1"/>
                </a:solidFill>
                <a:latin typeface="Arial"/>
                <a:ea typeface="Arial"/>
                <a:cs typeface="Arial"/>
                <a:sym typeface="Arial"/>
              </a:rPr>
              <a:t>‹#›</a:t>
            </a:fld>
            <a:endParaRPr/>
          </a:p>
        </p:txBody>
      </p:sp>
      <p:pic>
        <p:nvPicPr>
          <p:cNvPr id="204" name="Google Shape;204;p11"/>
          <p:cNvPicPr preferRelativeResize="0"/>
          <p:nvPr/>
        </p:nvPicPr>
        <p:blipFill rotWithShape="1">
          <a:blip r:embed="rId3">
            <a:alphaModFix/>
          </a:blip>
          <a:srcRect b="0" l="0" r="0" t="0"/>
          <a:stretch/>
        </p:blipFill>
        <p:spPr>
          <a:xfrm>
            <a:off x="8229600" y="0"/>
            <a:ext cx="914400" cy="914400"/>
          </a:xfrm>
          <a:prstGeom prst="rect">
            <a:avLst/>
          </a:prstGeom>
          <a:noFill/>
          <a:ln>
            <a:noFill/>
          </a:ln>
        </p:spPr>
      </p:pic>
    </p:spTree>
  </p:cSld>
  <p:clrMapOvr>
    <a:masterClrMapping/>
  </p:clrMapOvr>
  <p:transition spd="slow">
    <p:fade thruBlk="1"/>
  </p:transition>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12"/>
          <p:cNvSpPr txBox="1"/>
          <p:nvPr>
            <p:ph type="title"/>
          </p:nvPr>
        </p:nvSpPr>
        <p:spPr>
          <a:xfrm>
            <a:off x="457200" y="0"/>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C00000"/>
              </a:buClr>
              <a:buSzPts val="4400"/>
              <a:buFont typeface="Arial"/>
              <a:buNone/>
            </a:pPr>
            <a:r>
              <a:rPr b="1" i="0" lang="en-US" sz="4400" u="none">
                <a:solidFill>
                  <a:srgbClr val="C00000"/>
                </a:solidFill>
                <a:latin typeface="Arial"/>
                <a:ea typeface="Arial"/>
                <a:cs typeface="Arial"/>
                <a:sym typeface="Arial"/>
              </a:rPr>
              <a:t>Toy Problems: 8-Puzzle</a:t>
            </a:r>
            <a:endParaRPr/>
          </a:p>
        </p:txBody>
      </p:sp>
      <p:pic>
        <p:nvPicPr>
          <p:cNvPr id="210" name="Google Shape;210;p12"/>
          <p:cNvPicPr preferRelativeResize="0"/>
          <p:nvPr>
            <p:ph idx="1" type="body"/>
          </p:nvPr>
        </p:nvPicPr>
        <p:blipFill rotWithShape="1">
          <a:blip r:embed="rId3">
            <a:alphaModFix/>
          </a:blip>
          <a:srcRect b="0" l="0" r="0" t="0"/>
          <a:stretch/>
        </p:blipFill>
        <p:spPr>
          <a:xfrm>
            <a:off x="2697162" y="1600200"/>
            <a:ext cx="3749675" cy="2185987"/>
          </a:xfrm>
          <a:prstGeom prst="rect">
            <a:avLst/>
          </a:prstGeom>
          <a:noFill/>
          <a:ln>
            <a:noFill/>
          </a:ln>
        </p:spPr>
      </p:pic>
      <p:sp>
        <p:nvSpPr>
          <p:cNvPr id="211" name="Google Shape;211;p12"/>
          <p:cNvSpPr txBox="1"/>
          <p:nvPr>
            <p:ph idx="1" type="body"/>
          </p:nvPr>
        </p:nvSpPr>
        <p:spPr>
          <a:xfrm>
            <a:off x="457200" y="3938587"/>
            <a:ext cx="8229600" cy="2187575"/>
          </a:xfrm>
          <a:prstGeom prst="rect">
            <a:avLst/>
          </a:prstGeom>
          <a:noFill/>
          <a:ln>
            <a:noFill/>
          </a:ln>
        </p:spPr>
        <p:txBody>
          <a:bodyPr anchorCtr="0" anchor="t" bIns="45700" lIns="91425" spcFirstLastPara="1" rIns="91425" wrap="square" tIns="45700">
            <a:noAutofit/>
          </a:bodyPr>
          <a:lstStyle/>
          <a:p>
            <a:pPr indent="-342900" lvl="0" marL="342900" rtl="0" algn="l">
              <a:lnSpc>
                <a:spcPct val="90000"/>
              </a:lnSpc>
              <a:spcBef>
                <a:spcPts val="0"/>
              </a:spcBef>
              <a:spcAft>
                <a:spcPts val="0"/>
              </a:spcAft>
              <a:buClr>
                <a:srgbClr val="C00000"/>
              </a:buClr>
              <a:buSzPts val="2400"/>
              <a:buFont typeface="Noto Sans Symbols"/>
              <a:buChar char="❑"/>
            </a:pPr>
            <a:r>
              <a:rPr b="1" i="0" lang="en-US" sz="2400" u="none">
                <a:solidFill>
                  <a:schemeClr val="dk1"/>
                </a:solidFill>
                <a:latin typeface="Arial"/>
                <a:ea typeface="Arial"/>
                <a:cs typeface="Arial"/>
                <a:sym typeface="Arial"/>
              </a:rPr>
              <a:t>States:</a:t>
            </a:r>
            <a:r>
              <a:rPr b="0" i="0" lang="en-US" sz="2400" u="none">
                <a:solidFill>
                  <a:schemeClr val="dk1"/>
                </a:solidFill>
                <a:latin typeface="Arial"/>
                <a:ea typeface="Arial"/>
                <a:cs typeface="Arial"/>
                <a:sym typeface="Arial"/>
              </a:rPr>
              <a:t> location of each tile plus blank</a:t>
            </a:r>
            <a:endParaRPr/>
          </a:p>
          <a:p>
            <a:pPr indent="-342900" lvl="0" marL="342900" rtl="0" algn="l">
              <a:lnSpc>
                <a:spcPct val="90000"/>
              </a:lnSpc>
              <a:spcBef>
                <a:spcPts val="480"/>
              </a:spcBef>
              <a:spcAft>
                <a:spcPts val="0"/>
              </a:spcAft>
              <a:buClr>
                <a:srgbClr val="C00000"/>
              </a:buClr>
              <a:buSzPts val="2400"/>
              <a:buFont typeface="Noto Sans Symbols"/>
              <a:buChar char="❑"/>
            </a:pPr>
            <a:r>
              <a:rPr b="1" i="0" lang="en-US" sz="2400" u="none">
                <a:solidFill>
                  <a:schemeClr val="dk1"/>
                </a:solidFill>
                <a:latin typeface="Arial"/>
                <a:ea typeface="Arial"/>
                <a:cs typeface="Arial"/>
                <a:sym typeface="Arial"/>
              </a:rPr>
              <a:t>Initial state:</a:t>
            </a:r>
            <a:r>
              <a:rPr b="0" i="0" lang="en-US" sz="2400" u="none">
                <a:solidFill>
                  <a:schemeClr val="dk1"/>
                </a:solidFill>
                <a:latin typeface="Arial"/>
                <a:ea typeface="Arial"/>
                <a:cs typeface="Arial"/>
                <a:sym typeface="Arial"/>
              </a:rPr>
              <a:t> Any state can be initial</a:t>
            </a:r>
            <a:endParaRPr/>
          </a:p>
          <a:p>
            <a:pPr indent="-342900" lvl="0" marL="342900" rtl="0" algn="l">
              <a:lnSpc>
                <a:spcPct val="90000"/>
              </a:lnSpc>
              <a:spcBef>
                <a:spcPts val="480"/>
              </a:spcBef>
              <a:spcAft>
                <a:spcPts val="0"/>
              </a:spcAft>
              <a:buClr>
                <a:srgbClr val="C00000"/>
              </a:buClr>
              <a:buSzPts val="2400"/>
              <a:buFont typeface="Noto Sans Symbols"/>
              <a:buChar char="❑"/>
            </a:pPr>
            <a:r>
              <a:rPr b="1" i="0" lang="en-US" sz="2400" u="none">
                <a:solidFill>
                  <a:schemeClr val="dk1"/>
                </a:solidFill>
                <a:latin typeface="Arial"/>
                <a:ea typeface="Arial"/>
                <a:cs typeface="Arial"/>
                <a:sym typeface="Arial"/>
              </a:rPr>
              <a:t>Actions:</a:t>
            </a:r>
            <a:r>
              <a:rPr b="0" i="0" lang="en-US" sz="2400" u="none">
                <a:solidFill>
                  <a:schemeClr val="dk1"/>
                </a:solidFill>
                <a:latin typeface="Arial"/>
                <a:ea typeface="Arial"/>
                <a:cs typeface="Arial"/>
                <a:sym typeface="Arial"/>
              </a:rPr>
              <a:t> Move blank {</a:t>
            </a:r>
            <a:r>
              <a:rPr b="0" i="1" lang="en-US" sz="2400" u="none">
                <a:solidFill>
                  <a:schemeClr val="dk1"/>
                </a:solidFill>
                <a:latin typeface="Arial"/>
                <a:ea typeface="Arial"/>
                <a:cs typeface="Arial"/>
                <a:sym typeface="Arial"/>
              </a:rPr>
              <a:t>Left</a:t>
            </a:r>
            <a:r>
              <a:rPr b="0" i="0" lang="en-US" sz="2400" u="none">
                <a:solidFill>
                  <a:schemeClr val="dk1"/>
                </a:solidFill>
                <a:latin typeface="Arial"/>
                <a:ea typeface="Arial"/>
                <a:cs typeface="Arial"/>
                <a:sym typeface="Arial"/>
              </a:rPr>
              <a:t>, </a:t>
            </a:r>
            <a:r>
              <a:rPr b="0" i="1" lang="en-US" sz="2400" u="none">
                <a:solidFill>
                  <a:schemeClr val="dk1"/>
                </a:solidFill>
                <a:latin typeface="Arial"/>
                <a:ea typeface="Arial"/>
                <a:cs typeface="Arial"/>
                <a:sym typeface="Arial"/>
              </a:rPr>
              <a:t>Right</a:t>
            </a:r>
            <a:r>
              <a:rPr b="0" i="0" lang="en-US" sz="2400" u="none">
                <a:solidFill>
                  <a:schemeClr val="dk1"/>
                </a:solidFill>
                <a:latin typeface="Arial"/>
                <a:ea typeface="Arial"/>
                <a:cs typeface="Arial"/>
                <a:sym typeface="Arial"/>
              </a:rPr>
              <a:t>, </a:t>
            </a:r>
            <a:r>
              <a:rPr b="0" i="1" lang="en-US" sz="2400" u="none">
                <a:solidFill>
                  <a:schemeClr val="dk1"/>
                </a:solidFill>
                <a:latin typeface="Arial"/>
                <a:ea typeface="Arial"/>
                <a:cs typeface="Arial"/>
                <a:sym typeface="Arial"/>
              </a:rPr>
              <a:t>Up</a:t>
            </a:r>
            <a:r>
              <a:rPr b="0" i="0" lang="en-US" sz="2400" u="none">
                <a:solidFill>
                  <a:schemeClr val="dk1"/>
                </a:solidFill>
                <a:latin typeface="Arial"/>
                <a:ea typeface="Arial"/>
                <a:cs typeface="Arial"/>
                <a:sym typeface="Arial"/>
              </a:rPr>
              <a:t>, </a:t>
            </a:r>
            <a:r>
              <a:rPr b="0" i="1" lang="en-US" sz="2400" u="none">
                <a:solidFill>
                  <a:schemeClr val="dk1"/>
                </a:solidFill>
                <a:latin typeface="Arial"/>
                <a:ea typeface="Arial"/>
                <a:cs typeface="Arial"/>
                <a:sym typeface="Arial"/>
              </a:rPr>
              <a:t>Down</a:t>
            </a:r>
            <a:r>
              <a:rPr b="0" i="0" lang="en-US" sz="2400" u="none">
                <a:solidFill>
                  <a:schemeClr val="dk1"/>
                </a:solidFill>
                <a:latin typeface="Arial"/>
                <a:ea typeface="Arial"/>
                <a:cs typeface="Arial"/>
                <a:sym typeface="Arial"/>
              </a:rPr>
              <a:t>}</a:t>
            </a:r>
            <a:endParaRPr/>
          </a:p>
          <a:p>
            <a:pPr indent="-342900" lvl="0" marL="342900" rtl="0" algn="l">
              <a:lnSpc>
                <a:spcPct val="90000"/>
              </a:lnSpc>
              <a:spcBef>
                <a:spcPts val="480"/>
              </a:spcBef>
              <a:spcAft>
                <a:spcPts val="0"/>
              </a:spcAft>
              <a:buClr>
                <a:srgbClr val="C00000"/>
              </a:buClr>
              <a:buSzPts val="2400"/>
              <a:buFont typeface="Noto Sans Symbols"/>
              <a:buChar char="❑"/>
            </a:pPr>
            <a:r>
              <a:rPr b="1" i="0" lang="en-US" sz="2400" u="none">
                <a:solidFill>
                  <a:schemeClr val="dk1"/>
                </a:solidFill>
                <a:latin typeface="Arial"/>
                <a:ea typeface="Arial"/>
                <a:cs typeface="Arial"/>
                <a:sym typeface="Arial"/>
              </a:rPr>
              <a:t>Goal test:</a:t>
            </a:r>
            <a:r>
              <a:rPr b="0" i="0" lang="en-US" sz="2400" u="none">
                <a:solidFill>
                  <a:schemeClr val="dk1"/>
                </a:solidFill>
                <a:latin typeface="Arial"/>
                <a:ea typeface="Arial"/>
                <a:cs typeface="Arial"/>
                <a:sym typeface="Arial"/>
              </a:rPr>
              <a:t> Check whether goal configuration is reached</a:t>
            </a:r>
            <a:endParaRPr/>
          </a:p>
          <a:p>
            <a:pPr indent="-342900" lvl="0" marL="342900" rtl="0" algn="l">
              <a:lnSpc>
                <a:spcPct val="90000"/>
              </a:lnSpc>
              <a:spcBef>
                <a:spcPts val="480"/>
              </a:spcBef>
              <a:spcAft>
                <a:spcPts val="0"/>
              </a:spcAft>
              <a:buClr>
                <a:srgbClr val="C00000"/>
              </a:buClr>
              <a:buSzPts val="2400"/>
              <a:buFont typeface="Noto Sans Symbols"/>
              <a:buChar char="❑"/>
            </a:pPr>
            <a:r>
              <a:rPr b="1" i="0" lang="en-US" sz="2400" u="none">
                <a:solidFill>
                  <a:schemeClr val="dk1"/>
                </a:solidFill>
                <a:latin typeface="Arial"/>
                <a:ea typeface="Arial"/>
                <a:cs typeface="Arial"/>
                <a:sym typeface="Arial"/>
              </a:rPr>
              <a:t>Path cost:</a:t>
            </a:r>
            <a:r>
              <a:rPr b="0" i="0" lang="en-US" sz="2400" u="none">
                <a:solidFill>
                  <a:schemeClr val="dk1"/>
                </a:solidFill>
                <a:latin typeface="Arial"/>
                <a:ea typeface="Arial"/>
                <a:cs typeface="Arial"/>
                <a:sym typeface="Arial"/>
              </a:rPr>
              <a:t> Number of actions to reach goal</a:t>
            </a:r>
            <a:endParaRPr/>
          </a:p>
          <a:p>
            <a:pPr indent="-190500" lvl="0" marL="342900" rtl="0" algn="l">
              <a:spcBef>
                <a:spcPts val="480"/>
              </a:spcBef>
              <a:spcAft>
                <a:spcPts val="0"/>
              </a:spcAft>
              <a:buClr>
                <a:schemeClr val="dk1"/>
              </a:buClr>
              <a:buSzPts val="2400"/>
              <a:buFont typeface="Arial"/>
              <a:buNone/>
            </a:pPr>
            <a:r>
              <a:t/>
            </a:r>
            <a:endParaRPr b="0" i="0" sz="2400" u="none">
              <a:solidFill>
                <a:schemeClr val="dk1"/>
              </a:solidFill>
              <a:latin typeface="Arial"/>
              <a:ea typeface="Arial"/>
              <a:cs typeface="Arial"/>
              <a:sym typeface="Arial"/>
            </a:endParaRPr>
          </a:p>
        </p:txBody>
      </p:sp>
      <p:sp>
        <p:nvSpPr>
          <p:cNvPr id="212" name="Google Shape;212;p12"/>
          <p:cNvSpPr txBox="1"/>
          <p:nvPr/>
        </p:nvSpPr>
        <p:spPr>
          <a:xfrm>
            <a:off x="6934200" y="6550025"/>
            <a:ext cx="2133600" cy="231775"/>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0" i="0" lang="en-US" sz="1400" u="none" cap="none" strike="noStrike">
                <a:solidFill>
                  <a:schemeClr val="dk1"/>
                </a:solidFill>
                <a:latin typeface="Arial"/>
                <a:ea typeface="Arial"/>
                <a:cs typeface="Arial"/>
                <a:sym typeface="Arial"/>
              </a:rPr>
              <a:t>‹#›</a:t>
            </a:fld>
            <a:endParaRPr/>
          </a:p>
        </p:txBody>
      </p:sp>
      <p:pic>
        <p:nvPicPr>
          <p:cNvPr id="213" name="Google Shape;213;p12"/>
          <p:cNvPicPr preferRelativeResize="0"/>
          <p:nvPr/>
        </p:nvPicPr>
        <p:blipFill rotWithShape="1">
          <a:blip r:embed="rId4">
            <a:alphaModFix/>
          </a:blip>
          <a:srcRect b="0" l="0" r="0" t="0"/>
          <a:stretch/>
        </p:blipFill>
        <p:spPr>
          <a:xfrm>
            <a:off x="8229600" y="0"/>
            <a:ext cx="914400" cy="914400"/>
          </a:xfrm>
          <a:prstGeom prst="rect">
            <a:avLst/>
          </a:prstGeom>
          <a:noFill/>
          <a:ln>
            <a:noFill/>
          </a:ln>
        </p:spPr>
      </p:pic>
    </p:spTree>
  </p:cSld>
  <p:clrMapOvr>
    <a:masterClrMapping/>
  </p:clrMapOvr>
  <p:transition spd="slow">
    <p:fade thruBlk="1"/>
  </p:transition>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13"/>
          <p:cNvSpPr txBox="1"/>
          <p:nvPr>
            <p:ph type="title"/>
          </p:nvPr>
        </p:nvSpPr>
        <p:spPr>
          <a:xfrm>
            <a:off x="457200" y="76200"/>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C00000"/>
              </a:buClr>
              <a:buSzPts val="4400"/>
              <a:buFont typeface="Arial"/>
              <a:buNone/>
            </a:pPr>
            <a:r>
              <a:rPr b="1" i="0" lang="en-US" sz="4400" u="none">
                <a:solidFill>
                  <a:srgbClr val="C00000"/>
                </a:solidFill>
                <a:latin typeface="Arial"/>
                <a:ea typeface="Arial"/>
                <a:cs typeface="Arial"/>
                <a:sym typeface="Arial"/>
              </a:rPr>
              <a:t>Toy Problems: 8-Queens</a:t>
            </a:r>
            <a:endParaRPr/>
          </a:p>
        </p:txBody>
      </p:sp>
      <p:pic>
        <p:nvPicPr>
          <p:cNvPr id="219" name="Google Shape;219;p13"/>
          <p:cNvPicPr preferRelativeResize="0"/>
          <p:nvPr>
            <p:ph idx="1" type="body"/>
          </p:nvPr>
        </p:nvPicPr>
        <p:blipFill rotWithShape="1">
          <a:blip r:embed="rId3">
            <a:alphaModFix/>
          </a:blip>
          <a:srcRect b="0" l="0" r="0" t="0"/>
          <a:stretch/>
        </p:blipFill>
        <p:spPr>
          <a:xfrm>
            <a:off x="3200400" y="1295400"/>
            <a:ext cx="2362200" cy="2185987"/>
          </a:xfrm>
          <a:prstGeom prst="rect">
            <a:avLst/>
          </a:prstGeom>
          <a:noFill/>
          <a:ln>
            <a:noFill/>
          </a:ln>
        </p:spPr>
      </p:pic>
      <p:sp>
        <p:nvSpPr>
          <p:cNvPr id="220" name="Google Shape;220;p13"/>
          <p:cNvSpPr txBox="1"/>
          <p:nvPr>
            <p:ph idx="1" type="body"/>
          </p:nvPr>
        </p:nvSpPr>
        <p:spPr>
          <a:xfrm>
            <a:off x="457200" y="3733800"/>
            <a:ext cx="8229600" cy="2538412"/>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	Place eight queens on a chessboard such that no queen attacks any other.</a:t>
            </a:r>
            <a:endParaRPr/>
          </a:p>
          <a:p>
            <a:pPr indent="-342900" lvl="0" marL="342900" rtl="0" algn="l">
              <a:lnSpc>
                <a:spcPct val="100000"/>
              </a:lnSpc>
              <a:spcBef>
                <a:spcPts val="56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Two kinds of problem formulation:</a:t>
            </a:r>
            <a:endParaRPr/>
          </a:p>
          <a:p>
            <a:pPr indent="-342900" lvl="0" marL="342900" rtl="0" algn="l">
              <a:lnSpc>
                <a:spcPct val="100000"/>
              </a:lnSpc>
              <a:spcBef>
                <a:spcPts val="560"/>
              </a:spcBef>
              <a:spcAft>
                <a:spcPts val="0"/>
              </a:spcAft>
              <a:buClr>
                <a:schemeClr val="dk1"/>
              </a:buClr>
              <a:buSzPts val="2800"/>
              <a:buFont typeface="Arial"/>
              <a:buChar char="•"/>
            </a:pPr>
            <a:r>
              <a:rPr b="0" i="0" lang="en-US" sz="2800" u="none">
                <a:solidFill>
                  <a:schemeClr val="dk1"/>
                </a:solidFill>
                <a:latin typeface="Arial"/>
                <a:ea typeface="Arial"/>
                <a:cs typeface="Arial"/>
                <a:sym typeface="Arial"/>
              </a:rPr>
              <a:t>Complete-state formulation </a:t>
            </a:r>
            <a:endParaRPr/>
          </a:p>
          <a:p>
            <a:pPr indent="-342900" lvl="0" marL="342900" rtl="0" algn="l">
              <a:lnSpc>
                <a:spcPct val="100000"/>
              </a:lnSpc>
              <a:spcBef>
                <a:spcPts val="560"/>
              </a:spcBef>
              <a:spcAft>
                <a:spcPts val="0"/>
              </a:spcAft>
              <a:buClr>
                <a:schemeClr val="dk1"/>
              </a:buClr>
              <a:buSzPts val="2800"/>
              <a:buFont typeface="Arial"/>
              <a:buChar char="•"/>
            </a:pPr>
            <a:r>
              <a:rPr b="0" i="0" lang="en-US" sz="2800" u="none">
                <a:solidFill>
                  <a:schemeClr val="dk1"/>
                </a:solidFill>
                <a:latin typeface="Arial"/>
                <a:ea typeface="Arial"/>
                <a:cs typeface="Arial"/>
                <a:sym typeface="Arial"/>
              </a:rPr>
              <a:t>Incremental formulation </a:t>
            </a:r>
            <a:endParaRPr/>
          </a:p>
        </p:txBody>
      </p:sp>
      <p:sp>
        <p:nvSpPr>
          <p:cNvPr id="221" name="Google Shape;221;p13"/>
          <p:cNvSpPr txBox="1"/>
          <p:nvPr/>
        </p:nvSpPr>
        <p:spPr>
          <a:xfrm>
            <a:off x="6934200" y="6550025"/>
            <a:ext cx="2133600" cy="231775"/>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0" i="0" lang="en-US" sz="1400" u="none" cap="none" strike="noStrike">
                <a:solidFill>
                  <a:schemeClr val="dk1"/>
                </a:solidFill>
                <a:latin typeface="Arial"/>
                <a:ea typeface="Arial"/>
                <a:cs typeface="Arial"/>
                <a:sym typeface="Arial"/>
              </a:rPr>
              <a:t>‹#›</a:t>
            </a:fld>
            <a:endParaRPr/>
          </a:p>
        </p:txBody>
      </p:sp>
      <p:pic>
        <p:nvPicPr>
          <p:cNvPr id="222" name="Google Shape;222;p13"/>
          <p:cNvPicPr preferRelativeResize="0"/>
          <p:nvPr/>
        </p:nvPicPr>
        <p:blipFill rotWithShape="1">
          <a:blip r:embed="rId4">
            <a:alphaModFix/>
          </a:blip>
          <a:srcRect b="0" l="0" r="0" t="0"/>
          <a:stretch/>
        </p:blipFill>
        <p:spPr>
          <a:xfrm>
            <a:off x="8229600" y="0"/>
            <a:ext cx="914400" cy="914400"/>
          </a:xfrm>
          <a:prstGeom prst="rect">
            <a:avLst/>
          </a:prstGeom>
          <a:noFill/>
          <a:ln>
            <a:noFill/>
          </a:ln>
        </p:spPr>
      </p:pic>
    </p:spTree>
  </p:cSld>
  <p:clrMapOvr>
    <a:masterClrMapping/>
  </p:clrMapOvr>
  <p:transition spd="slow">
    <p:fade thruBlk="1"/>
  </p:transition>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14"/>
          <p:cNvSpPr txBox="1"/>
          <p:nvPr/>
        </p:nvSpPr>
        <p:spPr>
          <a:xfrm>
            <a:off x="457200" y="0"/>
            <a:ext cx="8229600" cy="12192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C00000"/>
              </a:buClr>
              <a:buSzPts val="4400"/>
              <a:buFont typeface="Arial"/>
              <a:buNone/>
            </a:pPr>
            <a:r>
              <a:rPr b="1" i="0" lang="en-US" sz="4400" u="none" cap="none" strike="noStrike">
                <a:solidFill>
                  <a:srgbClr val="C00000"/>
                </a:solidFill>
                <a:latin typeface="Arial"/>
                <a:ea typeface="Arial"/>
                <a:cs typeface="Arial"/>
                <a:sym typeface="Arial"/>
              </a:rPr>
              <a:t>Toy Problems: 8-Queens</a:t>
            </a:r>
            <a:endParaRPr/>
          </a:p>
        </p:txBody>
      </p:sp>
      <p:pic>
        <p:nvPicPr>
          <p:cNvPr id="228" name="Google Shape;228;p14"/>
          <p:cNvPicPr preferRelativeResize="0"/>
          <p:nvPr/>
        </p:nvPicPr>
        <p:blipFill rotWithShape="1">
          <a:blip r:embed="rId3">
            <a:alphaModFix/>
          </a:blip>
          <a:srcRect b="0" l="0" r="0" t="0"/>
          <a:stretch/>
        </p:blipFill>
        <p:spPr>
          <a:xfrm>
            <a:off x="3200400" y="1066800"/>
            <a:ext cx="2362200" cy="2185987"/>
          </a:xfrm>
          <a:prstGeom prst="rect">
            <a:avLst/>
          </a:prstGeom>
          <a:noFill/>
          <a:ln>
            <a:noFill/>
          </a:ln>
        </p:spPr>
      </p:pic>
      <p:sp>
        <p:nvSpPr>
          <p:cNvPr id="229" name="Google Shape;229;p14"/>
          <p:cNvSpPr txBox="1"/>
          <p:nvPr/>
        </p:nvSpPr>
        <p:spPr>
          <a:xfrm>
            <a:off x="228600" y="3352800"/>
            <a:ext cx="8686800" cy="32004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2400"/>
              <a:buFont typeface="Arial"/>
              <a:buNone/>
            </a:pPr>
            <a:r>
              <a:rPr b="0" i="0" lang="en-US" sz="2400" u="none" cap="none" strike="noStrike">
                <a:solidFill>
                  <a:schemeClr val="dk1"/>
                </a:solidFill>
                <a:latin typeface="Arial"/>
                <a:ea typeface="Arial"/>
                <a:cs typeface="Arial"/>
                <a:sym typeface="Arial"/>
              </a:rPr>
              <a:t>Complete-state formulation</a:t>
            </a:r>
            <a:endParaRPr/>
          </a:p>
          <a:p>
            <a:pPr indent="-342900" lvl="0" marL="342900" marR="0" rtl="0" algn="l">
              <a:lnSpc>
                <a:spcPct val="100000"/>
              </a:lnSpc>
              <a:spcBef>
                <a:spcPts val="48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 States: Any arrangement of 0 to 8 queens on the board</a:t>
            </a:r>
            <a:endParaRPr/>
          </a:p>
          <a:p>
            <a:pPr indent="-342900" lvl="0" marL="342900" marR="0" rtl="0" algn="l">
              <a:lnSpc>
                <a:spcPct val="100000"/>
              </a:lnSpc>
              <a:spcBef>
                <a:spcPts val="48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 Initial state: No queens</a:t>
            </a:r>
            <a:endParaRPr/>
          </a:p>
          <a:p>
            <a:pPr indent="-342900" lvl="0" marL="342900" marR="0" rtl="0" algn="l">
              <a:lnSpc>
                <a:spcPct val="100000"/>
              </a:lnSpc>
              <a:spcBef>
                <a:spcPts val="48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 Actions: Add queen to any empty square</a:t>
            </a:r>
            <a:endParaRPr/>
          </a:p>
          <a:p>
            <a:pPr indent="-342900" lvl="0" marL="342900" marR="0" rtl="0" algn="l">
              <a:lnSpc>
                <a:spcPct val="100000"/>
              </a:lnSpc>
              <a:spcBef>
                <a:spcPts val="48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 Goal test: 8 queens on board and none attacked</a:t>
            </a:r>
            <a:endParaRPr/>
          </a:p>
          <a:p>
            <a:pPr indent="-342900" lvl="0" marL="342900" marR="0" rtl="0" algn="l">
              <a:lnSpc>
                <a:spcPct val="100000"/>
              </a:lnSpc>
              <a:spcBef>
                <a:spcPts val="48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 Path cost: N/A </a:t>
            </a:r>
            <a:endParaRPr/>
          </a:p>
          <a:p>
            <a:pPr indent="-342900" lvl="0" marL="342900" marR="0" rtl="0" algn="l">
              <a:lnSpc>
                <a:spcPct val="100000"/>
              </a:lnSpc>
              <a:spcBef>
                <a:spcPts val="480"/>
              </a:spcBef>
              <a:spcAft>
                <a:spcPts val="0"/>
              </a:spcAft>
              <a:buClr>
                <a:schemeClr val="dk1"/>
              </a:buClr>
              <a:buSzPts val="2400"/>
              <a:buFont typeface="Arial"/>
              <a:buNone/>
            </a:pPr>
            <a:r>
              <a:rPr b="0" i="0" lang="en-US" sz="2400" u="none" cap="none" strike="noStrike">
                <a:solidFill>
                  <a:schemeClr val="dk1"/>
                </a:solidFill>
                <a:latin typeface="Arial"/>
                <a:ea typeface="Arial"/>
                <a:cs typeface="Arial"/>
                <a:sym typeface="Arial"/>
              </a:rPr>
              <a:t>	64.63.62…..57 ≈ 3 x 10</a:t>
            </a:r>
            <a:r>
              <a:rPr b="0" baseline="30000" i="0" lang="en-US" sz="2400" u="none" cap="none" strike="noStrike">
                <a:solidFill>
                  <a:schemeClr val="dk1"/>
                </a:solidFill>
                <a:latin typeface="Arial"/>
                <a:ea typeface="Arial"/>
                <a:cs typeface="Arial"/>
                <a:sym typeface="Arial"/>
              </a:rPr>
              <a:t>14</a:t>
            </a:r>
            <a:r>
              <a:rPr b="0" i="0" lang="en-US" sz="2400" u="none" cap="none" strike="noStrike">
                <a:solidFill>
                  <a:schemeClr val="dk1"/>
                </a:solidFill>
                <a:latin typeface="Arial"/>
                <a:ea typeface="Arial"/>
                <a:cs typeface="Arial"/>
                <a:sym typeface="Arial"/>
              </a:rPr>
              <a:t> possible sequences to investigate</a:t>
            </a:r>
            <a:endParaRPr/>
          </a:p>
        </p:txBody>
      </p:sp>
      <p:sp>
        <p:nvSpPr>
          <p:cNvPr id="230" name="Google Shape;230;p14"/>
          <p:cNvSpPr txBox="1"/>
          <p:nvPr/>
        </p:nvSpPr>
        <p:spPr>
          <a:xfrm>
            <a:off x="6934200" y="6550025"/>
            <a:ext cx="2133600" cy="231775"/>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0" i="0" lang="en-US" sz="1400" u="none" cap="none" strike="noStrike">
                <a:solidFill>
                  <a:schemeClr val="dk1"/>
                </a:solidFill>
                <a:latin typeface="Arial"/>
                <a:ea typeface="Arial"/>
                <a:cs typeface="Arial"/>
                <a:sym typeface="Arial"/>
              </a:rPr>
              <a:t>‹#›</a:t>
            </a:fld>
            <a:endParaRPr/>
          </a:p>
        </p:txBody>
      </p:sp>
      <p:pic>
        <p:nvPicPr>
          <p:cNvPr id="231" name="Google Shape;231;p14"/>
          <p:cNvPicPr preferRelativeResize="0"/>
          <p:nvPr/>
        </p:nvPicPr>
        <p:blipFill rotWithShape="1">
          <a:blip r:embed="rId4">
            <a:alphaModFix/>
          </a:blip>
          <a:srcRect b="0" l="0" r="0" t="0"/>
          <a:stretch/>
        </p:blipFill>
        <p:spPr>
          <a:xfrm>
            <a:off x="8229600" y="0"/>
            <a:ext cx="914400" cy="914400"/>
          </a:xfrm>
          <a:prstGeom prst="rect">
            <a:avLst/>
          </a:prstGeom>
          <a:noFill/>
          <a:ln>
            <a:noFill/>
          </a:ln>
        </p:spPr>
      </p:pic>
    </p:spTree>
  </p:cSld>
  <p:clrMapOvr>
    <a:masterClrMapping/>
  </p:clrMapOvr>
  <p:transition spd="slow">
    <p:fade thruBlk="1"/>
  </p:transition>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pic>
        <p:nvPicPr>
          <p:cNvPr id="236" name="Google Shape;236;p15"/>
          <p:cNvPicPr preferRelativeResize="0"/>
          <p:nvPr/>
        </p:nvPicPr>
        <p:blipFill rotWithShape="1">
          <a:blip r:embed="rId3">
            <a:alphaModFix/>
          </a:blip>
          <a:srcRect b="0" l="0" r="0" t="0"/>
          <a:stretch/>
        </p:blipFill>
        <p:spPr>
          <a:xfrm>
            <a:off x="3200400" y="938212"/>
            <a:ext cx="2362200" cy="2185987"/>
          </a:xfrm>
          <a:prstGeom prst="rect">
            <a:avLst/>
          </a:prstGeom>
          <a:noFill/>
          <a:ln>
            <a:noFill/>
          </a:ln>
        </p:spPr>
      </p:pic>
      <p:sp>
        <p:nvSpPr>
          <p:cNvPr id="237" name="Google Shape;237;p15"/>
          <p:cNvSpPr txBox="1"/>
          <p:nvPr/>
        </p:nvSpPr>
        <p:spPr>
          <a:xfrm>
            <a:off x="457200" y="3124200"/>
            <a:ext cx="8229600" cy="3657600"/>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1"/>
              </a:buClr>
              <a:buSzPts val="2800"/>
              <a:buFont typeface="Arial"/>
              <a:buNone/>
            </a:pPr>
            <a:r>
              <a:rPr b="0" i="0" lang="en-US" sz="2800" u="none" cap="none" strike="noStrike">
                <a:solidFill>
                  <a:schemeClr val="dk1"/>
                </a:solidFill>
                <a:latin typeface="Arial"/>
                <a:ea typeface="Arial"/>
                <a:cs typeface="Arial"/>
                <a:sym typeface="Arial"/>
              </a:rPr>
              <a:t>Incremental formulation</a:t>
            </a:r>
            <a:endParaRPr/>
          </a:p>
          <a:p>
            <a:pPr indent="-342900" lvl="0" marL="342900" marR="0" rtl="0" algn="just">
              <a:lnSpc>
                <a:spcPct val="100000"/>
              </a:lnSpc>
              <a:spcBef>
                <a:spcPts val="48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States: </a:t>
            </a:r>
            <a:r>
              <a:rPr b="0" i="1" lang="en-US" sz="2400" u="none" cap="none" strike="noStrike">
                <a:solidFill>
                  <a:schemeClr val="dk1"/>
                </a:solidFill>
                <a:latin typeface="Arial"/>
                <a:ea typeface="Arial"/>
                <a:cs typeface="Arial"/>
                <a:sym typeface="Arial"/>
              </a:rPr>
              <a:t>n </a:t>
            </a:r>
            <a:r>
              <a:rPr b="0" i="0" lang="en-US" sz="2400" u="none" cap="none" strike="noStrike">
                <a:solidFill>
                  <a:schemeClr val="dk1"/>
                </a:solidFill>
                <a:latin typeface="Arial"/>
                <a:ea typeface="Arial"/>
                <a:cs typeface="Arial"/>
                <a:sym typeface="Arial"/>
              </a:rPr>
              <a:t>(0 to 8) queens on the board, one per column in the </a:t>
            </a:r>
            <a:r>
              <a:rPr b="0" i="1" lang="en-US" sz="2400" u="none" cap="none" strike="noStrike">
                <a:solidFill>
                  <a:schemeClr val="dk1"/>
                </a:solidFill>
                <a:latin typeface="Arial"/>
                <a:ea typeface="Arial"/>
                <a:cs typeface="Arial"/>
                <a:sym typeface="Arial"/>
              </a:rPr>
              <a:t>n </a:t>
            </a:r>
            <a:r>
              <a:rPr b="0" i="0" lang="en-US" sz="2400" u="none" cap="none" strike="noStrike">
                <a:solidFill>
                  <a:schemeClr val="dk1"/>
                </a:solidFill>
                <a:latin typeface="Arial"/>
                <a:ea typeface="Arial"/>
                <a:cs typeface="Arial"/>
                <a:sym typeface="Arial"/>
              </a:rPr>
              <a:t>leftmost columns with no queen attacking any other</a:t>
            </a:r>
            <a:endParaRPr/>
          </a:p>
          <a:p>
            <a:pPr indent="-342900" lvl="0" marL="342900" marR="0" rtl="0" algn="just">
              <a:lnSpc>
                <a:spcPct val="100000"/>
              </a:lnSpc>
              <a:spcBef>
                <a:spcPts val="48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Actions: Add queen in leftmost empty column such that the queen is not attacking any other queen</a:t>
            </a:r>
            <a:endParaRPr/>
          </a:p>
          <a:p>
            <a:pPr indent="-342900" lvl="0" marL="342900" marR="0" rtl="0" algn="just">
              <a:lnSpc>
                <a:spcPct val="100000"/>
              </a:lnSpc>
              <a:spcBef>
                <a:spcPts val="48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2057 possible sequences to investigate; solutions are easy to find</a:t>
            </a:r>
            <a:endParaRPr/>
          </a:p>
          <a:p>
            <a:pPr indent="-342900" lvl="0" marL="342900" marR="0" rtl="0" algn="just">
              <a:lnSpc>
                <a:spcPct val="100000"/>
              </a:lnSpc>
              <a:spcBef>
                <a:spcPts val="480"/>
              </a:spcBef>
              <a:spcAft>
                <a:spcPts val="0"/>
              </a:spcAft>
              <a:buClr>
                <a:schemeClr val="dk1"/>
              </a:buClr>
              <a:buSzPts val="2400"/>
              <a:buFont typeface="Arial"/>
              <a:buNone/>
            </a:pPr>
            <a:r>
              <a:rPr b="0" i="0" lang="en-US" sz="2400" u="none" cap="none" strike="noStrike">
                <a:solidFill>
                  <a:schemeClr val="dk1"/>
                </a:solidFill>
                <a:latin typeface="Arial"/>
                <a:ea typeface="Arial"/>
                <a:cs typeface="Arial"/>
                <a:sym typeface="Arial"/>
              </a:rPr>
              <a:t>But with 100 queens the problem is much harder</a:t>
            </a:r>
            <a:endParaRPr/>
          </a:p>
        </p:txBody>
      </p:sp>
      <p:sp>
        <p:nvSpPr>
          <p:cNvPr id="238" name="Google Shape;238;p15"/>
          <p:cNvSpPr txBox="1"/>
          <p:nvPr/>
        </p:nvSpPr>
        <p:spPr>
          <a:xfrm>
            <a:off x="6934200" y="6550025"/>
            <a:ext cx="2133600" cy="231775"/>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0" i="0" lang="en-US" sz="1400" u="none" cap="none" strike="noStrike">
                <a:solidFill>
                  <a:schemeClr val="dk1"/>
                </a:solidFill>
                <a:latin typeface="Arial"/>
                <a:ea typeface="Arial"/>
                <a:cs typeface="Arial"/>
                <a:sym typeface="Arial"/>
              </a:rPr>
              <a:t>‹#›</a:t>
            </a:fld>
            <a:endParaRPr/>
          </a:p>
        </p:txBody>
      </p:sp>
      <p:sp>
        <p:nvSpPr>
          <p:cNvPr id="239" name="Google Shape;239;p15"/>
          <p:cNvSpPr txBox="1"/>
          <p:nvPr/>
        </p:nvSpPr>
        <p:spPr>
          <a:xfrm>
            <a:off x="457200" y="0"/>
            <a:ext cx="8229600" cy="12192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C00000"/>
              </a:buClr>
              <a:buSzPts val="4400"/>
              <a:buFont typeface="Arial"/>
              <a:buNone/>
            </a:pPr>
            <a:r>
              <a:rPr b="1" i="0" lang="en-US" sz="4400" u="none" cap="none" strike="noStrike">
                <a:solidFill>
                  <a:srgbClr val="C00000"/>
                </a:solidFill>
                <a:latin typeface="Arial"/>
                <a:ea typeface="Arial"/>
                <a:cs typeface="Arial"/>
                <a:sym typeface="Arial"/>
              </a:rPr>
              <a:t>Toy Problems: 8-Queens</a:t>
            </a:r>
            <a:endParaRPr/>
          </a:p>
        </p:txBody>
      </p:sp>
      <p:pic>
        <p:nvPicPr>
          <p:cNvPr id="240" name="Google Shape;240;p15"/>
          <p:cNvPicPr preferRelativeResize="0"/>
          <p:nvPr/>
        </p:nvPicPr>
        <p:blipFill rotWithShape="1">
          <a:blip r:embed="rId4">
            <a:alphaModFix/>
          </a:blip>
          <a:srcRect b="0" l="0" r="0" t="0"/>
          <a:stretch/>
        </p:blipFill>
        <p:spPr>
          <a:xfrm>
            <a:off x="8229600" y="0"/>
            <a:ext cx="914400" cy="914400"/>
          </a:xfrm>
          <a:prstGeom prst="rect">
            <a:avLst/>
          </a:prstGeom>
          <a:noFill/>
          <a:ln>
            <a:noFill/>
          </a:ln>
        </p:spPr>
      </p:pic>
    </p:spTree>
  </p:cSld>
  <p:clrMapOvr>
    <a:masterClrMapping/>
  </p:clrMapOvr>
  <p:transition spd="slow">
    <p:fade thruBlk="1"/>
  </p:transition>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16"/>
          <p:cNvSpPr txBox="1"/>
          <p:nvPr>
            <p:ph type="title"/>
          </p:nvPr>
        </p:nvSpPr>
        <p:spPr>
          <a:xfrm>
            <a:off x="457200" y="76200"/>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C00000"/>
              </a:buClr>
              <a:buSzPts val="4400"/>
              <a:buFont typeface="Arial"/>
              <a:buNone/>
            </a:pPr>
            <a:r>
              <a:rPr b="1" i="0" lang="en-US" sz="4400" u="none">
                <a:solidFill>
                  <a:srgbClr val="C00000"/>
                </a:solidFill>
                <a:latin typeface="Arial"/>
                <a:ea typeface="Arial"/>
                <a:cs typeface="Arial"/>
                <a:sym typeface="Arial"/>
              </a:rPr>
              <a:t>Real-World Problems</a:t>
            </a:r>
            <a:endParaRPr/>
          </a:p>
        </p:txBody>
      </p:sp>
      <p:sp>
        <p:nvSpPr>
          <p:cNvPr id="246" name="Google Shape;246;p16"/>
          <p:cNvSpPr txBox="1"/>
          <p:nvPr>
            <p:ph idx="1" type="body"/>
          </p:nvPr>
        </p:nvSpPr>
        <p:spPr>
          <a:xfrm>
            <a:off x="457200" y="1295400"/>
            <a:ext cx="8229600" cy="3962400"/>
          </a:xfrm>
          <a:prstGeom prst="rect">
            <a:avLst/>
          </a:prstGeom>
          <a:noFill/>
          <a:ln>
            <a:noFill/>
          </a:ln>
        </p:spPr>
        <p:txBody>
          <a:bodyPr anchorCtr="0" anchor="t" bIns="45700" lIns="91425" spcFirstLastPara="1" rIns="91425" wrap="square" tIns="45700">
            <a:noAutofit/>
          </a:bodyPr>
          <a:lstStyle/>
          <a:p>
            <a:pPr indent="-342900" lvl="0" marL="342900" rtl="0" algn="l">
              <a:lnSpc>
                <a:spcPct val="90000"/>
              </a:lnSpc>
              <a:spcBef>
                <a:spcPts val="0"/>
              </a:spcBef>
              <a:spcAft>
                <a:spcPts val="0"/>
              </a:spcAft>
              <a:buClr>
                <a:srgbClr val="C00000"/>
              </a:buClr>
              <a:buSzPts val="3200"/>
              <a:buFont typeface="Noto Sans Symbols"/>
              <a:buChar char="❑"/>
            </a:pPr>
            <a:r>
              <a:rPr b="0" i="0" lang="en-US" sz="3200" u="none">
                <a:solidFill>
                  <a:schemeClr val="dk1"/>
                </a:solidFill>
                <a:latin typeface="Arial"/>
                <a:ea typeface="Arial"/>
                <a:cs typeface="Arial"/>
                <a:sym typeface="Arial"/>
              </a:rPr>
              <a:t> Route-finding problems</a:t>
            </a:r>
            <a:endParaRPr/>
          </a:p>
          <a:p>
            <a:pPr indent="-342900" lvl="0" marL="342900" rtl="0" algn="l">
              <a:lnSpc>
                <a:spcPct val="90000"/>
              </a:lnSpc>
              <a:spcBef>
                <a:spcPts val="640"/>
              </a:spcBef>
              <a:spcAft>
                <a:spcPts val="0"/>
              </a:spcAft>
              <a:buClr>
                <a:srgbClr val="C00000"/>
              </a:buClr>
              <a:buSzPts val="3200"/>
              <a:buFont typeface="Noto Sans Symbols"/>
              <a:buChar char="❑"/>
            </a:pPr>
            <a:r>
              <a:rPr b="0" i="0" lang="en-US" sz="3200" u="none">
                <a:solidFill>
                  <a:schemeClr val="dk1"/>
                </a:solidFill>
                <a:latin typeface="Arial"/>
                <a:ea typeface="Arial"/>
                <a:cs typeface="Arial"/>
                <a:sym typeface="Arial"/>
              </a:rPr>
              <a:t> Touring problems</a:t>
            </a:r>
            <a:endParaRPr/>
          </a:p>
          <a:p>
            <a:pPr indent="-342900" lvl="0" marL="342900" rtl="0" algn="l">
              <a:lnSpc>
                <a:spcPct val="90000"/>
              </a:lnSpc>
              <a:spcBef>
                <a:spcPts val="640"/>
              </a:spcBef>
              <a:spcAft>
                <a:spcPts val="0"/>
              </a:spcAft>
              <a:buClr>
                <a:srgbClr val="C00000"/>
              </a:buClr>
              <a:buSzPts val="3200"/>
              <a:buFont typeface="Noto Sans Symbols"/>
              <a:buChar char="❑"/>
            </a:pPr>
            <a:r>
              <a:rPr b="0" i="0" lang="en-US" sz="3200" u="none">
                <a:solidFill>
                  <a:schemeClr val="dk1"/>
                </a:solidFill>
                <a:latin typeface="Arial"/>
                <a:ea typeface="Arial"/>
                <a:cs typeface="Arial"/>
                <a:sym typeface="Arial"/>
              </a:rPr>
              <a:t> Traveling Salesman problem</a:t>
            </a:r>
            <a:endParaRPr/>
          </a:p>
          <a:p>
            <a:pPr indent="-342900" lvl="0" marL="342900" rtl="0" algn="l">
              <a:lnSpc>
                <a:spcPct val="90000"/>
              </a:lnSpc>
              <a:spcBef>
                <a:spcPts val="640"/>
              </a:spcBef>
              <a:spcAft>
                <a:spcPts val="0"/>
              </a:spcAft>
              <a:buClr>
                <a:srgbClr val="C00000"/>
              </a:buClr>
              <a:buSzPts val="3200"/>
              <a:buFont typeface="Noto Sans Symbols"/>
              <a:buChar char="❑"/>
            </a:pPr>
            <a:r>
              <a:rPr b="0" i="0" lang="en-US" sz="3200" u="none">
                <a:solidFill>
                  <a:schemeClr val="dk1"/>
                </a:solidFill>
                <a:latin typeface="Arial"/>
                <a:ea typeface="Arial"/>
                <a:cs typeface="Arial"/>
                <a:sym typeface="Arial"/>
              </a:rPr>
              <a:t> VLSI layout problem</a:t>
            </a:r>
            <a:endParaRPr/>
          </a:p>
          <a:p>
            <a:pPr indent="-342900" lvl="0" marL="342900" rtl="0" algn="l">
              <a:lnSpc>
                <a:spcPct val="90000"/>
              </a:lnSpc>
              <a:spcBef>
                <a:spcPts val="640"/>
              </a:spcBef>
              <a:spcAft>
                <a:spcPts val="0"/>
              </a:spcAft>
              <a:buClr>
                <a:srgbClr val="C00000"/>
              </a:buClr>
              <a:buSzPts val="3200"/>
              <a:buFont typeface="Noto Sans Symbols"/>
              <a:buChar char="❑"/>
            </a:pPr>
            <a:r>
              <a:rPr b="0" i="0" lang="en-US" sz="3200" u="none">
                <a:solidFill>
                  <a:schemeClr val="dk1"/>
                </a:solidFill>
                <a:latin typeface="Arial"/>
                <a:ea typeface="Arial"/>
                <a:cs typeface="Arial"/>
                <a:sym typeface="Arial"/>
              </a:rPr>
              <a:t> Robot navigation</a:t>
            </a:r>
            <a:endParaRPr/>
          </a:p>
          <a:p>
            <a:pPr indent="-342900" lvl="0" marL="342900" rtl="0" algn="l">
              <a:lnSpc>
                <a:spcPct val="90000"/>
              </a:lnSpc>
              <a:spcBef>
                <a:spcPts val="640"/>
              </a:spcBef>
              <a:spcAft>
                <a:spcPts val="0"/>
              </a:spcAft>
              <a:buClr>
                <a:srgbClr val="C00000"/>
              </a:buClr>
              <a:buSzPts val="3200"/>
              <a:buFont typeface="Noto Sans Symbols"/>
              <a:buChar char="❑"/>
            </a:pPr>
            <a:r>
              <a:rPr b="0" i="0" lang="en-US" sz="3200" u="none">
                <a:solidFill>
                  <a:schemeClr val="dk1"/>
                </a:solidFill>
                <a:latin typeface="Arial"/>
                <a:ea typeface="Arial"/>
                <a:cs typeface="Arial"/>
                <a:sym typeface="Arial"/>
              </a:rPr>
              <a:t> Automatic assembly sequencing</a:t>
            </a:r>
            <a:endParaRPr/>
          </a:p>
          <a:p>
            <a:pPr indent="-342900" lvl="0" marL="342900" rtl="0" algn="l">
              <a:lnSpc>
                <a:spcPct val="90000"/>
              </a:lnSpc>
              <a:spcBef>
                <a:spcPts val="640"/>
              </a:spcBef>
              <a:spcAft>
                <a:spcPts val="0"/>
              </a:spcAft>
              <a:buClr>
                <a:srgbClr val="C00000"/>
              </a:buClr>
              <a:buSzPts val="3200"/>
              <a:buFont typeface="Noto Sans Symbols"/>
              <a:buChar char="❑"/>
            </a:pPr>
            <a:r>
              <a:rPr b="0" i="0" lang="en-US" sz="3200" u="none">
                <a:solidFill>
                  <a:schemeClr val="dk1"/>
                </a:solidFill>
                <a:latin typeface="Arial"/>
                <a:ea typeface="Arial"/>
                <a:cs typeface="Arial"/>
                <a:sym typeface="Arial"/>
              </a:rPr>
              <a:t> Internet searching</a:t>
            </a:r>
            <a:endParaRPr/>
          </a:p>
        </p:txBody>
      </p:sp>
      <p:sp>
        <p:nvSpPr>
          <p:cNvPr id="247" name="Google Shape;247;p16"/>
          <p:cNvSpPr txBox="1"/>
          <p:nvPr/>
        </p:nvSpPr>
        <p:spPr>
          <a:xfrm>
            <a:off x="6934200" y="6550025"/>
            <a:ext cx="2133600" cy="231775"/>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0" i="0" lang="en-US" sz="1400" u="none" cap="none" strike="noStrike">
                <a:solidFill>
                  <a:schemeClr val="dk1"/>
                </a:solidFill>
                <a:latin typeface="Arial"/>
                <a:ea typeface="Arial"/>
                <a:cs typeface="Arial"/>
                <a:sym typeface="Arial"/>
              </a:rPr>
              <a:t>‹#›</a:t>
            </a:fld>
            <a:endParaRPr/>
          </a:p>
        </p:txBody>
      </p:sp>
      <p:pic>
        <p:nvPicPr>
          <p:cNvPr id="248" name="Google Shape;248;p16"/>
          <p:cNvPicPr preferRelativeResize="0"/>
          <p:nvPr/>
        </p:nvPicPr>
        <p:blipFill rotWithShape="1">
          <a:blip r:embed="rId3">
            <a:alphaModFix/>
          </a:blip>
          <a:srcRect b="0" l="0" r="0" t="0"/>
          <a:stretch/>
        </p:blipFill>
        <p:spPr>
          <a:xfrm>
            <a:off x="8229600" y="0"/>
            <a:ext cx="914400" cy="914400"/>
          </a:xfrm>
          <a:prstGeom prst="rect">
            <a:avLst/>
          </a:prstGeom>
          <a:noFill/>
          <a:ln>
            <a:noFill/>
          </a:ln>
        </p:spPr>
      </p:pic>
    </p:spTree>
  </p:cSld>
  <p:clrMapOvr>
    <a:masterClrMapping/>
  </p:clrMapOvr>
  <p:transition spd="slow">
    <p:fade thruBlk="1"/>
  </p:transition>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17"/>
          <p:cNvSpPr txBox="1"/>
          <p:nvPr>
            <p:ph type="title"/>
          </p:nvPr>
        </p:nvSpPr>
        <p:spPr>
          <a:xfrm>
            <a:off x="457200" y="76200"/>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C00000"/>
              </a:buClr>
              <a:buSzPts val="4400"/>
              <a:buFont typeface="Arial"/>
              <a:buNone/>
            </a:pPr>
            <a:r>
              <a:rPr b="1" i="0" lang="en-US" sz="4400" u="none">
                <a:solidFill>
                  <a:srgbClr val="C00000"/>
                </a:solidFill>
                <a:latin typeface="Arial"/>
                <a:ea typeface="Arial"/>
                <a:cs typeface="Arial"/>
                <a:sym typeface="Arial"/>
              </a:rPr>
              <a:t>Basic Search Algorithms</a:t>
            </a:r>
            <a:endParaRPr/>
          </a:p>
        </p:txBody>
      </p:sp>
      <p:sp>
        <p:nvSpPr>
          <p:cNvPr id="254" name="Google Shape;254;p17"/>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rtl="0" algn="just">
              <a:lnSpc>
                <a:spcPct val="10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	How do we find the solutions of previous problems?</a:t>
            </a:r>
            <a:endParaRPr/>
          </a:p>
          <a:p>
            <a:pPr indent="-342900" lvl="0" marL="342900" rtl="0" algn="just">
              <a:lnSpc>
                <a:spcPct val="100000"/>
              </a:lnSpc>
              <a:spcBef>
                <a:spcPts val="560"/>
              </a:spcBef>
              <a:spcAft>
                <a:spcPts val="0"/>
              </a:spcAft>
              <a:buClr>
                <a:schemeClr val="dk1"/>
              </a:buClr>
              <a:buSzPts val="2800"/>
              <a:buFont typeface="Arial"/>
              <a:buChar char="•"/>
            </a:pPr>
            <a:r>
              <a:rPr b="0" i="0" lang="en-US" sz="2800" u="none">
                <a:solidFill>
                  <a:schemeClr val="dk1"/>
                </a:solidFill>
                <a:latin typeface="Arial"/>
                <a:ea typeface="Arial"/>
                <a:cs typeface="Arial"/>
                <a:sym typeface="Arial"/>
              </a:rPr>
              <a:t>Search the state space</a:t>
            </a:r>
            <a:endParaRPr/>
          </a:p>
          <a:p>
            <a:pPr indent="-285750" lvl="1" marL="742950" rtl="0" algn="just">
              <a:lnSpc>
                <a:spcPct val="100000"/>
              </a:lnSpc>
              <a:spcBef>
                <a:spcPts val="480"/>
              </a:spcBef>
              <a:spcAft>
                <a:spcPts val="0"/>
              </a:spcAft>
              <a:buClr>
                <a:schemeClr val="dk1"/>
              </a:buClr>
              <a:buSzPts val="2400"/>
              <a:buFont typeface="Arial"/>
              <a:buChar char="–"/>
            </a:pPr>
            <a:r>
              <a:rPr b="0" i="0" lang="en-US" sz="2400" u="none">
                <a:solidFill>
                  <a:schemeClr val="dk1"/>
                </a:solidFill>
                <a:latin typeface="Arial"/>
                <a:ea typeface="Arial"/>
                <a:cs typeface="Arial"/>
                <a:sym typeface="Arial"/>
              </a:rPr>
              <a:t>State space can be represented by a </a:t>
            </a:r>
            <a:r>
              <a:rPr b="1" i="0" lang="en-US" sz="2400" u="none">
                <a:solidFill>
                  <a:schemeClr val="dk1"/>
                </a:solidFill>
                <a:latin typeface="Arial"/>
                <a:ea typeface="Arial"/>
                <a:cs typeface="Arial"/>
                <a:sym typeface="Arial"/>
              </a:rPr>
              <a:t>search tree</a:t>
            </a:r>
            <a:endParaRPr/>
          </a:p>
          <a:p>
            <a:pPr indent="-285750" lvl="1" marL="742950" rtl="0" algn="just">
              <a:lnSpc>
                <a:spcPct val="100000"/>
              </a:lnSpc>
              <a:spcBef>
                <a:spcPts val="480"/>
              </a:spcBef>
              <a:spcAft>
                <a:spcPts val="0"/>
              </a:spcAft>
              <a:buClr>
                <a:schemeClr val="dk1"/>
              </a:buClr>
              <a:buSzPts val="2400"/>
              <a:buFont typeface="Arial"/>
              <a:buChar char="–"/>
            </a:pPr>
            <a:r>
              <a:rPr b="0" i="0" lang="en-US" sz="2400" u="none">
                <a:solidFill>
                  <a:schemeClr val="dk1"/>
                </a:solidFill>
                <a:latin typeface="Arial"/>
                <a:ea typeface="Arial"/>
                <a:cs typeface="Arial"/>
                <a:sym typeface="Arial"/>
              </a:rPr>
              <a:t>Root of the tree is the initial state</a:t>
            </a:r>
            <a:endParaRPr/>
          </a:p>
          <a:p>
            <a:pPr indent="-285750" lvl="1" marL="742950" rtl="0" algn="just">
              <a:lnSpc>
                <a:spcPct val="100000"/>
              </a:lnSpc>
              <a:spcBef>
                <a:spcPts val="480"/>
              </a:spcBef>
              <a:spcAft>
                <a:spcPts val="0"/>
              </a:spcAft>
              <a:buClr>
                <a:schemeClr val="dk1"/>
              </a:buClr>
              <a:buSzPts val="2400"/>
              <a:buFont typeface="Arial"/>
              <a:buChar char="–"/>
            </a:pPr>
            <a:r>
              <a:rPr b="0" i="0" lang="en-US" sz="2400" u="none">
                <a:solidFill>
                  <a:schemeClr val="dk1"/>
                </a:solidFill>
                <a:latin typeface="Arial"/>
                <a:ea typeface="Arial"/>
                <a:cs typeface="Arial"/>
                <a:sym typeface="Arial"/>
              </a:rPr>
              <a:t>Children generated through successor function</a:t>
            </a:r>
            <a:endParaRPr/>
          </a:p>
          <a:p>
            <a:pPr indent="-342900" lvl="0" marL="342900" rtl="0" algn="just">
              <a:lnSpc>
                <a:spcPct val="100000"/>
              </a:lnSpc>
              <a:spcBef>
                <a:spcPts val="560"/>
              </a:spcBef>
              <a:spcAft>
                <a:spcPts val="0"/>
              </a:spcAft>
              <a:buClr>
                <a:schemeClr val="dk1"/>
              </a:buClr>
              <a:buSzPts val="2800"/>
              <a:buFont typeface="Arial"/>
              <a:buChar char="•"/>
            </a:pPr>
            <a:r>
              <a:rPr b="0" i="0" lang="en-US" sz="2800" u="none">
                <a:solidFill>
                  <a:schemeClr val="dk1"/>
                </a:solidFill>
                <a:latin typeface="Arial"/>
                <a:ea typeface="Arial"/>
                <a:cs typeface="Arial"/>
                <a:sym typeface="Arial"/>
              </a:rPr>
              <a:t>In general we may have a search graph rather than tree (same state can be reached through multiple paths)</a:t>
            </a:r>
            <a:endParaRPr/>
          </a:p>
        </p:txBody>
      </p:sp>
      <p:sp>
        <p:nvSpPr>
          <p:cNvPr id="255" name="Google Shape;255;p17"/>
          <p:cNvSpPr txBox="1"/>
          <p:nvPr/>
        </p:nvSpPr>
        <p:spPr>
          <a:xfrm>
            <a:off x="6934200" y="6550025"/>
            <a:ext cx="2133600" cy="231775"/>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0" i="0" lang="en-US" sz="1400" u="none" cap="none" strike="noStrike">
                <a:solidFill>
                  <a:schemeClr val="dk1"/>
                </a:solidFill>
                <a:latin typeface="Arial"/>
                <a:ea typeface="Arial"/>
                <a:cs typeface="Arial"/>
                <a:sym typeface="Arial"/>
              </a:rPr>
              <a:t>‹#›</a:t>
            </a:fld>
            <a:endParaRPr/>
          </a:p>
        </p:txBody>
      </p:sp>
      <p:pic>
        <p:nvPicPr>
          <p:cNvPr id="256" name="Google Shape;256;p17"/>
          <p:cNvPicPr preferRelativeResize="0"/>
          <p:nvPr/>
        </p:nvPicPr>
        <p:blipFill rotWithShape="1">
          <a:blip r:embed="rId3">
            <a:alphaModFix/>
          </a:blip>
          <a:srcRect b="0" l="0" r="0" t="0"/>
          <a:stretch/>
        </p:blipFill>
        <p:spPr>
          <a:xfrm>
            <a:off x="8229600" y="0"/>
            <a:ext cx="914400" cy="914400"/>
          </a:xfrm>
          <a:prstGeom prst="rect">
            <a:avLst/>
          </a:prstGeom>
          <a:noFill/>
          <a:ln>
            <a:noFill/>
          </a:ln>
        </p:spPr>
      </p:pic>
    </p:spTree>
  </p:cSld>
  <p:clrMapOvr>
    <a:masterClrMapping/>
  </p:clrMapOvr>
  <p:transition spd="slow">
    <p:fade thruBlk="1"/>
  </p:transition>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18"/>
          <p:cNvSpPr txBox="1"/>
          <p:nvPr>
            <p:ph type="title"/>
          </p:nvPr>
        </p:nvSpPr>
        <p:spPr>
          <a:xfrm>
            <a:off x="457200" y="76200"/>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C00000"/>
              </a:buClr>
              <a:buSzPts val="4400"/>
              <a:buFont typeface="Arial"/>
              <a:buNone/>
            </a:pPr>
            <a:r>
              <a:rPr b="1" i="0" lang="en-US" sz="4400" u="none">
                <a:solidFill>
                  <a:srgbClr val="C00000"/>
                </a:solidFill>
                <a:latin typeface="Arial"/>
                <a:ea typeface="Arial"/>
                <a:cs typeface="Arial"/>
                <a:sym typeface="Arial"/>
              </a:rPr>
              <a:t>Simple Tree Search Example</a:t>
            </a:r>
            <a:endParaRPr/>
          </a:p>
        </p:txBody>
      </p:sp>
      <p:pic>
        <p:nvPicPr>
          <p:cNvPr id="262" name="Google Shape;262;p18"/>
          <p:cNvPicPr preferRelativeResize="0"/>
          <p:nvPr>
            <p:ph idx="1" type="body"/>
          </p:nvPr>
        </p:nvPicPr>
        <p:blipFill rotWithShape="1">
          <a:blip r:embed="rId3">
            <a:alphaModFix/>
          </a:blip>
          <a:srcRect b="0" l="0" r="0" t="0"/>
          <a:stretch/>
        </p:blipFill>
        <p:spPr>
          <a:xfrm>
            <a:off x="457200" y="1371600"/>
            <a:ext cx="8153400" cy="2573337"/>
          </a:xfrm>
          <a:prstGeom prst="rect">
            <a:avLst/>
          </a:prstGeom>
          <a:noFill/>
          <a:ln>
            <a:noFill/>
          </a:ln>
        </p:spPr>
      </p:pic>
      <p:pic>
        <p:nvPicPr>
          <p:cNvPr id="263" name="Google Shape;263;p18"/>
          <p:cNvPicPr preferRelativeResize="0"/>
          <p:nvPr>
            <p:ph idx="2" type="body"/>
          </p:nvPr>
        </p:nvPicPr>
        <p:blipFill rotWithShape="1">
          <a:blip r:embed="rId4">
            <a:alphaModFix/>
          </a:blip>
          <a:srcRect b="0" l="0" r="0" t="0"/>
          <a:stretch/>
        </p:blipFill>
        <p:spPr>
          <a:xfrm>
            <a:off x="1066800" y="4114800"/>
            <a:ext cx="7086600" cy="2484437"/>
          </a:xfrm>
          <a:prstGeom prst="rect">
            <a:avLst/>
          </a:prstGeom>
          <a:noFill/>
          <a:ln>
            <a:noFill/>
          </a:ln>
        </p:spPr>
      </p:pic>
      <p:sp>
        <p:nvSpPr>
          <p:cNvPr id="264" name="Google Shape;264;p18"/>
          <p:cNvSpPr txBox="1"/>
          <p:nvPr/>
        </p:nvSpPr>
        <p:spPr>
          <a:xfrm>
            <a:off x="6934200" y="6550025"/>
            <a:ext cx="2133600" cy="231775"/>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0" i="0" lang="en-US" sz="1400" u="none" cap="none" strike="noStrike">
                <a:solidFill>
                  <a:schemeClr val="dk1"/>
                </a:solidFill>
                <a:latin typeface="Arial"/>
                <a:ea typeface="Arial"/>
                <a:cs typeface="Arial"/>
                <a:sym typeface="Arial"/>
              </a:rPr>
              <a:t>‹#›</a:t>
            </a:fld>
            <a:endParaRPr/>
          </a:p>
        </p:txBody>
      </p:sp>
      <p:pic>
        <p:nvPicPr>
          <p:cNvPr id="265" name="Google Shape;265;p18"/>
          <p:cNvPicPr preferRelativeResize="0"/>
          <p:nvPr/>
        </p:nvPicPr>
        <p:blipFill rotWithShape="1">
          <a:blip r:embed="rId5">
            <a:alphaModFix/>
          </a:blip>
          <a:srcRect b="0" l="0" r="0" t="0"/>
          <a:stretch/>
        </p:blipFill>
        <p:spPr>
          <a:xfrm>
            <a:off x="8504237" y="0"/>
            <a:ext cx="639762" cy="639762"/>
          </a:xfrm>
          <a:prstGeom prst="rect">
            <a:avLst/>
          </a:prstGeom>
          <a:noFill/>
          <a:ln>
            <a:noFill/>
          </a:ln>
        </p:spPr>
      </p:pic>
    </p:spTree>
  </p:cSld>
  <p:clrMapOvr>
    <a:masterClrMapping/>
  </p:clrMapOvr>
  <p:transition spd="slow">
    <p:fade thruBlk="1"/>
  </p:transition>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p19"/>
          <p:cNvSpPr txBox="1"/>
          <p:nvPr>
            <p:ph type="title"/>
          </p:nvPr>
        </p:nvSpPr>
        <p:spPr>
          <a:xfrm>
            <a:off x="457200" y="76200"/>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C00000"/>
              </a:buClr>
              <a:buSzPts val="4400"/>
              <a:buFont typeface="Arial"/>
              <a:buNone/>
            </a:pPr>
            <a:r>
              <a:rPr b="1" i="0" lang="en-US" sz="4400" u="none">
                <a:solidFill>
                  <a:srgbClr val="C00000"/>
                </a:solidFill>
                <a:latin typeface="Arial"/>
                <a:ea typeface="Arial"/>
                <a:cs typeface="Arial"/>
                <a:sym typeface="Arial"/>
              </a:rPr>
              <a:t>Simple Tree Search Example</a:t>
            </a:r>
            <a:endParaRPr/>
          </a:p>
        </p:txBody>
      </p:sp>
      <p:pic>
        <p:nvPicPr>
          <p:cNvPr id="271" name="Google Shape;271;p19"/>
          <p:cNvPicPr preferRelativeResize="0"/>
          <p:nvPr>
            <p:ph idx="1" type="body"/>
          </p:nvPr>
        </p:nvPicPr>
        <p:blipFill rotWithShape="1">
          <a:blip r:embed="rId3">
            <a:alphaModFix/>
          </a:blip>
          <a:srcRect b="0" l="0" r="0" t="0"/>
          <a:stretch/>
        </p:blipFill>
        <p:spPr>
          <a:xfrm>
            <a:off x="609600" y="1828800"/>
            <a:ext cx="7764600" cy="4419600"/>
          </a:xfrm>
          <a:prstGeom prst="rect">
            <a:avLst/>
          </a:prstGeom>
          <a:noFill/>
          <a:ln>
            <a:noFill/>
          </a:ln>
        </p:spPr>
      </p:pic>
      <p:sp>
        <p:nvSpPr>
          <p:cNvPr id="272" name="Google Shape;272;p19"/>
          <p:cNvSpPr txBox="1"/>
          <p:nvPr/>
        </p:nvSpPr>
        <p:spPr>
          <a:xfrm>
            <a:off x="6934200" y="6550025"/>
            <a:ext cx="2133600" cy="231775"/>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0" i="0" lang="en-US" sz="1400" u="none" cap="none" strike="noStrike">
                <a:solidFill>
                  <a:schemeClr val="dk1"/>
                </a:solidFill>
                <a:latin typeface="Arial"/>
                <a:ea typeface="Arial"/>
                <a:cs typeface="Arial"/>
                <a:sym typeface="Arial"/>
              </a:rPr>
              <a:t>‹#›</a:t>
            </a:fld>
            <a:endParaRPr/>
          </a:p>
        </p:txBody>
      </p:sp>
      <p:pic>
        <p:nvPicPr>
          <p:cNvPr id="273" name="Google Shape;273;p19"/>
          <p:cNvPicPr preferRelativeResize="0"/>
          <p:nvPr/>
        </p:nvPicPr>
        <p:blipFill rotWithShape="1">
          <a:blip r:embed="rId4">
            <a:alphaModFix/>
          </a:blip>
          <a:srcRect b="0" l="0" r="0" t="0"/>
          <a:stretch/>
        </p:blipFill>
        <p:spPr>
          <a:xfrm>
            <a:off x="8504237" y="0"/>
            <a:ext cx="639762" cy="639762"/>
          </a:xfrm>
          <a:prstGeom prst="rect">
            <a:avLst/>
          </a:prstGeom>
          <a:noFill/>
          <a:ln>
            <a:noFill/>
          </a:ln>
        </p:spPr>
      </p:pic>
    </p:spTree>
  </p:cSld>
  <p:clrMapOvr>
    <a:masterClrMapping/>
  </p:clrMapOvr>
  <p:transition spd="slow">
    <p:fade thruBlk="1"/>
  </p:transition>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20"/>
          <p:cNvSpPr txBox="1"/>
          <p:nvPr>
            <p:ph type="title"/>
          </p:nvPr>
        </p:nvSpPr>
        <p:spPr>
          <a:xfrm>
            <a:off x="457200" y="76200"/>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C00000"/>
              </a:buClr>
              <a:buSzPts val="4400"/>
              <a:buFont typeface="Arial"/>
              <a:buNone/>
            </a:pPr>
            <a:r>
              <a:rPr b="1" i="0" lang="en-US" sz="4400" u="none">
                <a:solidFill>
                  <a:srgbClr val="C00000"/>
                </a:solidFill>
                <a:latin typeface="Arial"/>
                <a:ea typeface="Arial"/>
                <a:cs typeface="Arial"/>
                <a:sym typeface="Arial"/>
              </a:rPr>
              <a:t>Simple Tree Search Example</a:t>
            </a:r>
            <a:endParaRPr/>
          </a:p>
        </p:txBody>
      </p:sp>
      <p:pic>
        <p:nvPicPr>
          <p:cNvPr id="279" name="Google Shape;279;p20"/>
          <p:cNvPicPr preferRelativeResize="0"/>
          <p:nvPr>
            <p:ph idx="1" type="body"/>
          </p:nvPr>
        </p:nvPicPr>
        <p:blipFill rotWithShape="1">
          <a:blip r:embed="rId3">
            <a:alphaModFix/>
          </a:blip>
          <a:srcRect b="0" l="0" r="0" t="0"/>
          <a:stretch/>
        </p:blipFill>
        <p:spPr>
          <a:xfrm>
            <a:off x="457200" y="1717675"/>
            <a:ext cx="8229600" cy="4291012"/>
          </a:xfrm>
          <a:prstGeom prst="rect">
            <a:avLst/>
          </a:prstGeom>
          <a:noFill/>
          <a:ln>
            <a:noFill/>
          </a:ln>
        </p:spPr>
      </p:pic>
      <p:sp>
        <p:nvSpPr>
          <p:cNvPr id="280" name="Google Shape;280;p20"/>
          <p:cNvSpPr txBox="1"/>
          <p:nvPr/>
        </p:nvSpPr>
        <p:spPr>
          <a:xfrm>
            <a:off x="6934200" y="6550025"/>
            <a:ext cx="2133600" cy="231775"/>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0" i="0" lang="en-US" sz="1400" u="none" cap="none" strike="noStrike">
                <a:solidFill>
                  <a:schemeClr val="dk1"/>
                </a:solidFill>
                <a:latin typeface="Arial"/>
                <a:ea typeface="Arial"/>
                <a:cs typeface="Arial"/>
                <a:sym typeface="Arial"/>
              </a:rPr>
              <a:t>‹#›</a:t>
            </a:fld>
            <a:endParaRPr/>
          </a:p>
        </p:txBody>
      </p:sp>
      <p:pic>
        <p:nvPicPr>
          <p:cNvPr id="281" name="Google Shape;281;p20"/>
          <p:cNvPicPr preferRelativeResize="0"/>
          <p:nvPr/>
        </p:nvPicPr>
        <p:blipFill rotWithShape="1">
          <a:blip r:embed="rId4">
            <a:alphaModFix/>
          </a:blip>
          <a:srcRect b="0" l="0" r="0" t="0"/>
          <a:stretch/>
        </p:blipFill>
        <p:spPr>
          <a:xfrm>
            <a:off x="8504237" y="0"/>
            <a:ext cx="639762" cy="639762"/>
          </a:xfrm>
          <a:prstGeom prst="rect">
            <a:avLst/>
          </a:prstGeom>
          <a:noFill/>
          <a:ln>
            <a:noFill/>
          </a:ln>
        </p:spPr>
      </p:pic>
    </p:spTree>
  </p:cSld>
  <p:clrMapOvr>
    <a:masterClrMapping/>
  </p:clrMapOvr>
  <p:transition spd="slow">
    <p:fade thruBlk="1"/>
  </p:transition>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p21"/>
          <p:cNvSpPr txBox="1"/>
          <p:nvPr>
            <p:ph type="title"/>
          </p:nvPr>
        </p:nvSpPr>
        <p:spPr>
          <a:xfrm>
            <a:off x="457200" y="76200"/>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C00000"/>
              </a:buClr>
              <a:buSzPts val="4400"/>
              <a:buFont typeface="Arial"/>
              <a:buNone/>
            </a:pPr>
            <a:r>
              <a:rPr b="1" i="0" lang="en-US" sz="4400" u="none">
                <a:solidFill>
                  <a:srgbClr val="C00000"/>
                </a:solidFill>
                <a:latin typeface="Arial"/>
                <a:ea typeface="Arial"/>
                <a:cs typeface="Arial"/>
                <a:sym typeface="Arial"/>
              </a:rPr>
              <a:t>State Space vs. Search Tree</a:t>
            </a:r>
            <a:endParaRPr/>
          </a:p>
        </p:txBody>
      </p:sp>
      <p:sp>
        <p:nvSpPr>
          <p:cNvPr id="287" name="Google Shape;287;p21"/>
          <p:cNvSpPr txBox="1"/>
          <p:nvPr>
            <p:ph idx="1" type="body"/>
          </p:nvPr>
        </p:nvSpPr>
        <p:spPr>
          <a:xfrm>
            <a:off x="457200" y="1600200"/>
            <a:ext cx="4038600" cy="4525962"/>
          </a:xfrm>
          <a:prstGeom prst="rect">
            <a:avLst/>
          </a:prstGeom>
          <a:noFill/>
          <a:ln>
            <a:noFill/>
          </a:ln>
        </p:spPr>
        <p:txBody>
          <a:bodyPr anchorCtr="0" anchor="t" bIns="45700" lIns="91425" spcFirstLastPara="1" rIns="91425" wrap="square" tIns="45700">
            <a:noAutofit/>
          </a:bodyPr>
          <a:lstStyle/>
          <a:p>
            <a:pPr indent="-342900" lvl="0" marL="342900" rtl="0" algn="just">
              <a:lnSpc>
                <a:spcPct val="100000"/>
              </a:lnSpc>
              <a:spcBef>
                <a:spcPts val="0"/>
              </a:spcBef>
              <a:spcAft>
                <a:spcPts val="0"/>
              </a:spcAft>
              <a:buClr>
                <a:srgbClr val="C80000"/>
              </a:buClr>
              <a:buSzPts val="2800"/>
              <a:buFont typeface="Arial"/>
              <a:buChar char="•"/>
            </a:pPr>
            <a:r>
              <a:rPr b="0" i="0" lang="en-US" sz="2800" u="none">
                <a:solidFill>
                  <a:schemeClr val="dk1"/>
                </a:solidFill>
                <a:latin typeface="Arial"/>
                <a:ea typeface="Arial"/>
                <a:cs typeface="Arial"/>
                <a:sym typeface="Arial"/>
              </a:rPr>
              <a:t>A </a:t>
            </a:r>
            <a:r>
              <a:rPr b="0" i="1" lang="en-US" sz="2800" u="none">
                <a:solidFill>
                  <a:schemeClr val="dk1"/>
                </a:solidFill>
                <a:latin typeface="Arial"/>
                <a:ea typeface="Arial"/>
                <a:cs typeface="Arial"/>
                <a:sym typeface="Arial"/>
              </a:rPr>
              <a:t>state </a:t>
            </a:r>
            <a:r>
              <a:rPr b="0" i="0" lang="en-US" sz="2800" u="none">
                <a:solidFill>
                  <a:schemeClr val="dk1"/>
                </a:solidFill>
                <a:latin typeface="Arial"/>
                <a:ea typeface="Arial"/>
                <a:cs typeface="Arial"/>
                <a:sym typeface="Arial"/>
              </a:rPr>
              <a:t>corresponds to a configuration of the world</a:t>
            </a:r>
            <a:endParaRPr/>
          </a:p>
          <a:p>
            <a:pPr indent="-342900" lvl="0" marL="342900" rtl="0" algn="just">
              <a:lnSpc>
                <a:spcPct val="100000"/>
              </a:lnSpc>
              <a:spcBef>
                <a:spcPts val="560"/>
              </a:spcBef>
              <a:spcAft>
                <a:spcPts val="0"/>
              </a:spcAft>
              <a:buClr>
                <a:srgbClr val="C80000"/>
              </a:buClr>
              <a:buSzPts val="2800"/>
              <a:buFont typeface="Arial"/>
              <a:buChar char="•"/>
            </a:pPr>
            <a:r>
              <a:rPr b="0" i="0" lang="en-US" sz="2800" u="none">
                <a:solidFill>
                  <a:schemeClr val="dk1"/>
                </a:solidFill>
                <a:latin typeface="Arial"/>
                <a:ea typeface="Arial"/>
                <a:cs typeface="Arial"/>
                <a:sym typeface="Arial"/>
              </a:rPr>
              <a:t> A </a:t>
            </a:r>
            <a:r>
              <a:rPr b="0" i="1" lang="en-US" sz="2800" u="none">
                <a:solidFill>
                  <a:schemeClr val="dk1"/>
                </a:solidFill>
                <a:latin typeface="Arial"/>
                <a:ea typeface="Arial"/>
                <a:cs typeface="Arial"/>
                <a:sym typeface="Arial"/>
              </a:rPr>
              <a:t>node </a:t>
            </a:r>
            <a:r>
              <a:rPr b="0" i="0" lang="en-US" sz="2800" u="none">
                <a:solidFill>
                  <a:schemeClr val="dk1"/>
                </a:solidFill>
                <a:latin typeface="Arial"/>
                <a:ea typeface="Arial"/>
                <a:cs typeface="Arial"/>
                <a:sym typeface="Arial"/>
              </a:rPr>
              <a:t>is a data structure in a search tree</a:t>
            </a:r>
            <a:endParaRPr/>
          </a:p>
          <a:p>
            <a:pPr indent="-285750" lvl="1" marL="742950" rtl="0" algn="just">
              <a:lnSpc>
                <a:spcPct val="100000"/>
              </a:lnSpc>
              <a:spcBef>
                <a:spcPts val="480"/>
              </a:spcBef>
              <a:spcAft>
                <a:spcPts val="0"/>
              </a:spcAft>
              <a:buClr>
                <a:srgbClr val="C80000"/>
              </a:buClr>
              <a:buSzPts val="2400"/>
              <a:buFont typeface="Arial"/>
              <a:buChar char="–"/>
            </a:pPr>
            <a:r>
              <a:rPr b="0" i="1" lang="en-US" sz="2400" u="none">
                <a:solidFill>
                  <a:schemeClr val="dk1"/>
                </a:solidFill>
                <a:latin typeface="Arial"/>
                <a:ea typeface="Arial"/>
                <a:cs typeface="Arial"/>
                <a:sym typeface="Arial"/>
              </a:rPr>
              <a:t>e.g. node = &lt;state, parent-node, action, path-cost, depth&gt;</a:t>
            </a:r>
            <a:endParaRPr b="0" i="0" sz="2400" u="none">
              <a:solidFill>
                <a:schemeClr val="dk1"/>
              </a:solidFill>
              <a:latin typeface="Arial"/>
              <a:ea typeface="Arial"/>
              <a:cs typeface="Arial"/>
              <a:sym typeface="Arial"/>
            </a:endParaRPr>
          </a:p>
          <a:p>
            <a:pPr indent="-190500" lvl="0" marL="342900" rtl="0" algn="l">
              <a:spcBef>
                <a:spcPts val="480"/>
              </a:spcBef>
              <a:spcAft>
                <a:spcPts val="0"/>
              </a:spcAft>
              <a:buClr>
                <a:schemeClr val="dk1"/>
              </a:buClr>
              <a:buSzPts val="2400"/>
              <a:buFont typeface="Arial"/>
              <a:buNone/>
            </a:pPr>
            <a:r>
              <a:t/>
            </a:r>
            <a:endParaRPr b="0" i="0" sz="2400" u="none">
              <a:solidFill>
                <a:schemeClr val="dk1"/>
              </a:solidFill>
              <a:latin typeface="Arial"/>
              <a:ea typeface="Arial"/>
              <a:cs typeface="Arial"/>
              <a:sym typeface="Arial"/>
            </a:endParaRPr>
          </a:p>
        </p:txBody>
      </p:sp>
      <p:pic>
        <p:nvPicPr>
          <p:cNvPr id="288" name="Google Shape;288;p21"/>
          <p:cNvPicPr preferRelativeResize="0"/>
          <p:nvPr>
            <p:ph idx="1" type="body"/>
          </p:nvPr>
        </p:nvPicPr>
        <p:blipFill rotWithShape="1">
          <a:blip r:embed="rId3">
            <a:alphaModFix/>
          </a:blip>
          <a:srcRect b="0" l="0" r="0" t="0"/>
          <a:stretch/>
        </p:blipFill>
        <p:spPr>
          <a:xfrm>
            <a:off x="5014912" y="2633662"/>
            <a:ext cx="3305175" cy="2457450"/>
          </a:xfrm>
          <a:prstGeom prst="rect">
            <a:avLst/>
          </a:prstGeom>
          <a:noFill/>
          <a:ln>
            <a:noFill/>
          </a:ln>
        </p:spPr>
      </p:pic>
      <p:sp>
        <p:nvSpPr>
          <p:cNvPr id="289" name="Google Shape;289;p21"/>
          <p:cNvSpPr txBox="1"/>
          <p:nvPr/>
        </p:nvSpPr>
        <p:spPr>
          <a:xfrm>
            <a:off x="6934200" y="6550025"/>
            <a:ext cx="2133600" cy="231775"/>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0" i="0" lang="en-US" sz="1400" u="none" cap="none" strike="noStrike">
                <a:solidFill>
                  <a:schemeClr val="dk1"/>
                </a:solidFill>
                <a:latin typeface="Arial"/>
                <a:ea typeface="Arial"/>
                <a:cs typeface="Arial"/>
                <a:sym typeface="Arial"/>
              </a:rPr>
              <a:t>‹#›</a:t>
            </a:fld>
            <a:endParaRPr/>
          </a:p>
        </p:txBody>
      </p:sp>
      <p:pic>
        <p:nvPicPr>
          <p:cNvPr id="290" name="Google Shape;290;p21"/>
          <p:cNvPicPr preferRelativeResize="0"/>
          <p:nvPr/>
        </p:nvPicPr>
        <p:blipFill rotWithShape="1">
          <a:blip r:embed="rId4">
            <a:alphaModFix/>
          </a:blip>
          <a:srcRect b="0" l="0" r="0" t="0"/>
          <a:stretch/>
        </p:blipFill>
        <p:spPr>
          <a:xfrm>
            <a:off x="8504237" y="0"/>
            <a:ext cx="639762" cy="639762"/>
          </a:xfrm>
          <a:prstGeom prst="rect">
            <a:avLst/>
          </a:prstGeom>
          <a:noFill/>
          <a:ln>
            <a:noFill/>
          </a:ln>
        </p:spPr>
      </p:pic>
    </p:spTree>
  </p:cSld>
  <p:clrMapOvr>
    <a:masterClrMapping/>
  </p:clrMapOvr>
  <p:transition spd="slow">
    <p:fade thruBlk="1"/>
  </p:transition>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22"/>
          <p:cNvSpPr txBox="1"/>
          <p:nvPr>
            <p:ph type="title"/>
          </p:nvPr>
        </p:nvSpPr>
        <p:spPr>
          <a:xfrm>
            <a:off x="457200" y="0"/>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C00000"/>
              </a:buClr>
              <a:buSzPts val="4400"/>
              <a:buFont typeface="Arial"/>
              <a:buNone/>
            </a:pPr>
            <a:r>
              <a:rPr b="1" i="0" lang="en-US" sz="4400" u="none">
                <a:solidFill>
                  <a:srgbClr val="C00000"/>
                </a:solidFill>
                <a:latin typeface="Arial"/>
                <a:ea typeface="Arial"/>
                <a:cs typeface="Arial"/>
                <a:sym typeface="Arial"/>
              </a:rPr>
              <a:t>Search Strategies</a:t>
            </a:r>
            <a:endParaRPr/>
          </a:p>
        </p:txBody>
      </p:sp>
      <p:sp>
        <p:nvSpPr>
          <p:cNvPr id="296" name="Google Shape;296;p22"/>
          <p:cNvSpPr txBox="1"/>
          <p:nvPr>
            <p:ph idx="1" type="body"/>
          </p:nvPr>
        </p:nvSpPr>
        <p:spPr>
          <a:xfrm>
            <a:off x="423975" y="1176225"/>
            <a:ext cx="8229600" cy="4876800"/>
          </a:xfrm>
          <a:prstGeom prst="rect">
            <a:avLst/>
          </a:prstGeom>
          <a:noFill/>
          <a:ln>
            <a:noFill/>
          </a:ln>
        </p:spPr>
        <p:txBody>
          <a:bodyPr anchorCtr="0" anchor="t" bIns="45700" lIns="91425" spcFirstLastPara="1" rIns="91425" wrap="square" tIns="45700">
            <a:noAutofit/>
          </a:bodyPr>
          <a:lstStyle/>
          <a:p>
            <a:pPr indent="-342900" lvl="0" marL="342900" rtl="0" algn="l">
              <a:lnSpc>
                <a:spcPct val="90000"/>
              </a:lnSpc>
              <a:spcBef>
                <a:spcPts val="0"/>
              </a:spcBef>
              <a:spcAft>
                <a:spcPts val="0"/>
              </a:spcAft>
              <a:buClr>
                <a:schemeClr val="dk1"/>
              </a:buClr>
              <a:buSzPts val="2400"/>
              <a:buFont typeface="Noto Sans Symbols"/>
              <a:buChar char="❑"/>
            </a:pPr>
            <a:r>
              <a:rPr b="0" i="0" lang="en-US" sz="2400" u="none">
                <a:solidFill>
                  <a:schemeClr val="dk1"/>
                </a:solidFill>
                <a:latin typeface="Arial"/>
                <a:ea typeface="Arial"/>
                <a:cs typeface="Arial"/>
                <a:sym typeface="Arial"/>
              </a:rPr>
              <a:t>A search strategy is defined by picking the order of node expansion</a:t>
            </a:r>
            <a:endParaRPr/>
          </a:p>
          <a:p>
            <a:pPr indent="-342900" lvl="0" marL="342900" rtl="0" algn="l">
              <a:lnSpc>
                <a:spcPct val="90000"/>
              </a:lnSpc>
              <a:spcBef>
                <a:spcPts val="480"/>
              </a:spcBef>
              <a:spcAft>
                <a:spcPts val="0"/>
              </a:spcAft>
              <a:buClr>
                <a:schemeClr val="dk1"/>
              </a:buClr>
              <a:buSzPts val="2400"/>
              <a:buFont typeface="Noto Sans Symbols"/>
              <a:buChar char="❑"/>
            </a:pPr>
            <a:r>
              <a:rPr b="0" i="0" lang="en-US" sz="2400" u="none">
                <a:solidFill>
                  <a:schemeClr val="dk1"/>
                </a:solidFill>
                <a:latin typeface="Arial"/>
                <a:ea typeface="Arial"/>
                <a:cs typeface="Arial"/>
                <a:sym typeface="Arial"/>
              </a:rPr>
              <a:t>Problem-solving performance is measured in four ways:</a:t>
            </a:r>
            <a:endParaRPr/>
          </a:p>
          <a:p>
            <a:pPr indent="-285750" lvl="1" marL="742950" rtl="0" algn="l">
              <a:lnSpc>
                <a:spcPct val="90000"/>
              </a:lnSpc>
              <a:spcBef>
                <a:spcPts val="400"/>
              </a:spcBef>
              <a:spcAft>
                <a:spcPts val="0"/>
              </a:spcAft>
              <a:buClr>
                <a:schemeClr val="dk1"/>
              </a:buClr>
              <a:buSzPts val="2000"/>
              <a:buFont typeface="Arial"/>
              <a:buChar char="•"/>
            </a:pPr>
            <a:r>
              <a:rPr b="1" i="0" lang="en-US" sz="2000" u="none">
                <a:solidFill>
                  <a:schemeClr val="dk1"/>
                </a:solidFill>
                <a:latin typeface="Arial"/>
                <a:ea typeface="Arial"/>
                <a:cs typeface="Arial"/>
                <a:sym typeface="Arial"/>
              </a:rPr>
              <a:t>Completeness</a:t>
            </a:r>
            <a:r>
              <a:rPr b="0" i="0" lang="en-US" sz="2000" u="none">
                <a:solidFill>
                  <a:schemeClr val="dk1"/>
                </a:solidFill>
                <a:latin typeface="Arial"/>
                <a:ea typeface="Arial"/>
                <a:cs typeface="Arial"/>
                <a:sym typeface="Arial"/>
              </a:rPr>
              <a:t>: Is a solution found if one exists?</a:t>
            </a:r>
            <a:endParaRPr/>
          </a:p>
          <a:p>
            <a:pPr indent="-285750" lvl="1" marL="742950" rtl="0" algn="l">
              <a:lnSpc>
                <a:spcPct val="90000"/>
              </a:lnSpc>
              <a:spcBef>
                <a:spcPts val="400"/>
              </a:spcBef>
              <a:spcAft>
                <a:spcPts val="0"/>
              </a:spcAft>
              <a:buClr>
                <a:schemeClr val="dk1"/>
              </a:buClr>
              <a:buSzPts val="2000"/>
              <a:buFont typeface="Arial"/>
              <a:buChar char="•"/>
            </a:pPr>
            <a:r>
              <a:rPr b="1" i="0" lang="en-US" sz="2000" u="none">
                <a:solidFill>
                  <a:schemeClr val="dk1"/>
                </a:solidFill>
                <a:latin typeface="Arial"/>
                <a:ea typeface="Arial"/>
                <a:cs typeface="Arial"/>
                <a:sym typeface="Arial"/>
              </a:rPr>
              <a:t>Optimality</a:t>
            </a:r>
            <a:r>
              <a:rPr b="0" i="0" lang="en-US" sz="2000" u="none">
                <a:solidFill>
                  <a:schemeClr val="dk1"/>
                </a:solidFill>
                <a:latin typeface="Arial"/>
                <a:ea typeface="Arial"/>
                <a:cs typeface="Arial"/>
                <a:sym typeface="Arial"/>
              </a:rPr>
              <a:t>: Does the strategy find the optimal solution?</a:t>
            </a:r>
            <a:endParaRPr/>
          </a:p>
          <a:p>
            <a:pPr indent="-285750" lvl="1" marL="742950" rtl="0" algn="l">
              <a:lnSpc>
                <a:spcPct val="90000"/>
              </a:lnSpc>
              <a:spcBef>
                <a:spcPts val="400"/>
              </a:spcBef>
              <a:spcAft>
                <a:spcPts val="0"/>
              </a:spcAft>
              <a:buClr>
                <a:schemeClr val="dk1"/>
              </a:buClr>
              <a:buSzPts val="2000"/>
              <a:buFont typeface="Arial"/>
              <a:buChar char="•"/>
            </a:pPr>
            <a:r>
              <a:rPr b="1" i="0" lang="en-US" sz="2000" u="none">
                <a:solidFill>
                  <a:schemeClr val="dk1"/>
                </a:solidFill>
                <a:latin typeface="Arial"/>
                <a:ea typeface="Arial"/>
                <a:cs typeface="Arial"/>
                <a:sym typeface="Arial"/>
              </a:rPr>
              <a:t>Time Complexity</a:t>
            </a:r>
            <a:r>
              <a:rPr b="0" i="0" lang="en-US" sz="2000" u="none">
                <a:solidFill>
                  <a:schemeClr val="dk1"/>
                </a:solidFill>
                <a:latin typeface="Arial"/>
                <a:ea typeface="Arial"/>
                <a:cs typeface="Arial"/>
                <a:sym typeface="Arial"/>
              </a:rPr>
              <a:t>: How long does it take to find a solution</a:t>
            </a:r>
            <a:r>
              <a:rPr b="0" i="1" lang="en-US" sz="2000" u="none">
                <a:solidFill>
                  <a:schemeClr val="dk1"/>
                </a:solidFill>
                <a:latin typeface="Arial"/>
                <a:ea typeface="Arial"/>
                <a:cs typeface="Arial"/>
                <a:sym typeface="Arial"/>
              </a:rPr>
              <a:t>?</a:t>
            </a:r>
            <a:endParaRPr/>
          </a:p>
          <a:p>
            <a:pPr indent="-285750" lvl="1" marL="742950" rtl="0" algn="l">
              <a:lnSpc>
                <a:spcPct val="90000"/>
              </a:lnSpc>
              <a:spcBef>
                <a:spcPts val="400"/>
              </a:spcBef>
              <a:spcAft>
                <a:spcPts val="0"/>
              </a:spcAft>
              <a:buClr>
                <a:schemeClr val="dk1"/>
              </a:buClr>
              <a:buSzPts val="2000"/>
              <a:buFont typeface="Arial"/>
              <a:buChar char="•"/>
            </a:pPr>
            <a:r>
              <a:rPr b="1" i="0" lang="en-US" sz="2000" u="none">
                <a:solidFill>
                  <a:schemeClr val="dk1"/>
                </a:solidFill>
                <a:latin typeface="Arial"/>
                <a:ea typeface="Arial"/>
                <a:cs typeface="Arial"/>
                <a:sym typeface="Arial"/>
              </a:rPr>
              <a:t>Space Complexity</a:t>
            </a:r>
            <a:r>
              <a:rPr b="0" i="0" lang="en-US" sz="2000" u="none">
                <a:solidFill>
                  <a:schemeClr val="dk1"/>
                </a:solidFill>
                <a:latin typeface="Arial"/>
                <a:ea typeface="Arial"/>
                <a:cs typeface="Arial"/>
                <a:sym typeface="Arial"/>
              </a:rPr>
              <a:t>: How much memory is needed to perform the search</a:t>
            </a:r>
            <a:r>
              <a:rPr b="0" i="1" lang="en-US" sz="2000" u="none">
                <a:solidFill>
                  <a:schemeClr val="dk1"/>
                </a:solidFill>
                <a:latin typeface="Arial"/>
                <a:ea typeface="Arial"/>
                <a:cs typeface="Arial"/>
                <a:sym typeface="Arial"/>
              </a:rPr>
              <a:t>?</a:t>
            </a:r>
            <a:endParaRPr/>
          </a:p>
          <a:p>
            <a:pPr indent="-342900" lvl="0" marL="342900" rtl="0" algn="l">
              <a:lnSpc>
                <a:spcPct val="90000"/>
              </a:lnSpc>
              <a:spcBef>
                <a:spcPts val="480"/>
              </a:spcBef>
              <a:spcAft>
                <a:spcPts val="0"/>
              </a:spcAft>
              <a:buClr>
                <a:schemeClr val="dk1"/>
              </a:buClr>
              <a:buSzPts val="2400"/>
              <a:buFont typeface="Noto Sans Symbols"/>
              <a:buChar char="❑"/>
            </a:pPr>
            <a:r>
              <a:rPr b="0" i="0" lang="en-US" sz="2400" u="none">
                <a:solidFill>
                  <a:schemeClr val="dk1"/>
                </a:solidFill>
                <a:latin typeface="Arial"/>
                <a:ea typeface="Arial"/>
                <a:cs typeface="Arial"/>
                <a:sym typeface="Arial"/>
              </a:rPr>
              <a:t>Time and space complexity are measured in terms of problem difficulty defined by:</a:t>
            </a:r>
            <a:endParaRPr b="0" i="0" sz="2000" u="none">
              <a:solidFill>
                <a:schemeClr val="dk1"/>
              </a:solidFill>
              <a:latin typeface="Arial"/>
              <a:ea typeface="Arial"/>
              <a:cs typeface="Arial"/>
              <a:sym typeface="Arial"/>
            </a:endParaRPr>
          </a:p>
          <a:p>
            <a:pPr indent="-228600" lvl="2" marL="1143000" rtl="0" algn="l">
              <a:lnSpc>
                <a:spcPct val="90000"/>
              </a:lnSpc>
              <a:spcBef>
                <a:spcPts val="400"/>
              </a:spcBef>
              <a:spcAft>
                <a:spcPts val="0"/>
              </a:spcAft>
              <a:buClr>
                <a:schemeClr val="dk1"/>
              </a:buClr>
              <a:buSzPts val="2000"/>
              <a:buFont typeface="Arial"/>
              <a:buChar char="•"/>
            </a:pPr>
            <a:r>
              <a:rPr b="0" i="1" lang="en-US" sz="2000" u="none">
                <a:solidFill>
                  <a:schemeClr val="dk1"/>
                </a:solidFill>
                <a:latin typeface="Arial"/>
                <a:ea typeface="Arial"/>
                <a:cs typeface="Arial"/>
                <a:sym typeface="Arial"/>
              </a:rPr>
              <a:t>b - </a:t>
            </a:r>
            <a:r>
              <a:rPr b="0" i="0" lang="en-US" sz="2000" u="none">
                <a:solidFill>
                  <a:schemeClr val="dk1"/>
                </a:solidFill>
                <a:latin typeface="Arial"/>
                <a:ea typeface="Arial"/>
                <a:cs typeface="Arial"/>
                <a:sym typeface="Arial"/>
              </a:rPr>
              <a:t>branching factor of the search tree</a:t>
            </a:r>
            <a:endParaRPr/>
          </a:p>
          <a:p>
            <a:pPr indent="-228600" lvl="2" marL="1143000" rtl="0" algn="l">
              <a:lnSpc>
                <a:spcPct val="90000"/>
              </a:lnSpc>
              <a:spcBef>
                <a:spcPts val="400"/>
              </a:spcBef>
              <a:spcAft>
                <a:spcPts val="0"/>
              </a:spcAft>
              <a:buClr>
                <a:schemeClr val="dk1"/>
              </a:buClr>
              <a:buSzPts val="2000"/>
              <a:buFont typeface="Arial"/>
              <a:buChar char="•"/>
            </a:pPr>
            <a:r>
              <a:rPr b="0" i="1" lang="en-US" sz="2000" u="none">
                <a:solidFill>
                  <a:schemeClr val="dk1"/>
                </a:solidFill>
                <a:latin typeface="Arial"/>
                <a:ea typeface="Arial"/>
                <a:cs typeface="Arial"/>
                <a:sym typeface="Arial"/>
              </a:rPr>
              <a:t>d </a:t>
            </a:r>
            <a:r>
              <a:rPr b="0" i="0" lang="en-US" sz="2000" u="none">
                <a:solidFill>
                  <a:schemeClr val="dk1"/>
                </a:solidFill>
                <a:latin typeface="Arial"/>
                <a:ea typeface="Arial"/>
                <a:cs typeface="Arial"/>
                <a:sym typeface="Arial"/>
              </a:rPr>
              <a:t>- depth of the shallowest goal node</a:t>
            </a:r>
            <a:endParaRPr/>
          </a:p>
          <a:p>
            <a:pPr indent="-228600" lvl="2" marL="1143000" rtl="0" algn="l">
              <a:lnSpc>
                <a:spcPct val="90000"/>
              </a:lnSpc>
              <a:spcBef>
                <a:spcPts val="400"/>
              </a:spcBef>
              <a:spcAft>
                <a:spcPts val="0"/>
              </a:spcAft>
              <a:buClr>
                <a:schemeClr val="dk1"/>
              </a:buClr>
              <a:buSzPts val="2000"/>
              <a:buFont typeface="Arial"/>
              <a:buChar char="•"/>
            </a:pPr>
            <a:r>
              <a:rPr b="0" i="1" lang="en-US" sz="2000" u="none">
                <a:solidFill>
                  <a:schemeClr val="dk1"/>
                </a:solidFill>
                <a:latin typeface="Arial"/>
                <a:ea typeface="Arial"/>
                <a:cs typeface="Arial"/>
                <a:sym typeface="Arial"/>
              </a:rPr>
              <a:t>m </a:t>
            </a:r>
            <a:r>
              <a:rPr b="0" i="0" lang="en-US" sz="2000" u="none">
                <a:solidFill>
                  <a:schemeClr val="dk1"/>
                </a:solidFill>
                <a:latin typeface="Arial"/>
                <a:ea typeface="Arial"/>
                <a:cs typeface="Arial"/>
                <a:sym typeface="Arial"/>
              </a:rPr>
              <a:t>- maximum length of any path in the state space</a:t>
            </a:r>
            <a:endParaRPr/>
          </a:p>
        </p:txBody>
      </p:sp>
      <p:sp>
        <p:nvSpPr>
          <p:cNvPr id="297" name="Google Shape;297;p22"/>
          <p:cNvSpPr txBox="1"/>
          <p:nvPr/>
        </p:nvSpPr>
        <p:spPr>
          <a:xfrm>
            <a:off x="6934200" y="6550025"/>
            <a:ext cx="2133600" cy="231775"/>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0" i="0" lang="en-US" sz="1400" u="none" cap="none" strike="noStrike">
                <a:solidFill>
                  <a:schemeClr val="dk1"/>
                </a:solidFill>
                <a:latin typeface="Arial"/>
                <a:ea typeface="Arial"/>
                <a:cs typeface="Arial"/>
                <a:sym typeface="Arial"/>
              </a:rPr>
              <a:t>‹#›</a:t>
            </a:fld>
            <a:endParaRPr/>
          </a:p>
        </p:txBody>
      </p:sp>
      <p:pic>
        <p:nvPicPr>
          <p:cNvPr id="298" name="Google Shape;298;p22"/>
          <p:cNvPicPr preferRelativeResize="0"/>
          <p:nvPr/>
        </p:nvPicPr>
        <p:blipFill rotWithShape="1">
          <a:blip r:embed="rId3">
            <a:alphaModFix/>
          </a:blip>
          <a:srcRect b="0" l="0" r="0" t="0"/>
          <a:stretch/>
        </p:blipFill>
        <p:spPr>
          <a:xfrm>
            <a:off x="8229600" y="0"/>
            <a:ext cx="914400" cy="914400"/>
          </a:xfrm>
          <a:prstGeom prst="rect">
            <a:avLst/>
          </a:prstGeom>
          <a:noFill/>
          <a:ln>
            <a:noFill/>
          </a:ln>
        </p:spPr>
      </p:pic>
    </p:spTree>
  </p:cSld>
  <p:clrMapOvr>
    <a:masterClrMapping/>
  </p:clrMapOvr>
  <p:transition spd="slow">
    <p:fade thruBlk="1"/>
  </p:transition>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23"/>
          <p:cNvSpPr txBox="1"/>
          <p:nvPr>
            <p:ph type="title"/>
          </p:nvPr>
        </p:nvSpPr>
        <p:spPr>
          <a:xfrm>
            <a:off x="457200" y="76200"/>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C00000"/>
              </a:buClr>
              <a:buSzPts val="4400"/>
              <a:buFont typeface="Arial"/>
              <a:buNone/>
            </a:pPr>
            <a:r>
              <a:rPr b="1" i="0" lang="en-US" sz="4400" u="none">
                <a:solidFill>
                  <a:srgbClr val="C00000"/>
                </a:solidFill>
                <a:latin typeface="Arial"/>
                <a:ea typeface="Arial"/>
                <a:cs typeface="Arial"/>
                <a:sym typeface="Arial"/>
              </a:rPr>
              <a:t>Uninformed Search Strategies</a:t>
            </a:r>
            <a:endParaRPr/>
          </a:p>
        </p:txBody>
      </p:sp>
      <p:sp>
        <p:nvSpPr>
          <p:cNvPr id="304" name="Google Shape;304;p23"/>
          <p:cNvSpPr txBox="1"/>
          <p:nvPr>
            <p:ph idx="1" type="body"/>
          </p:nvPr>
        </p:nvSpPr>
        <p:spPr>
          <a:xfrm>
            <a:off x="457200" y="1371600"/>
            <a:ext cx="8229600" cy="4876800"/>
          </a:xfrm>
          <a:prstGeom prst="rect">
            <a:avLst/>
          </a:prstGeom>
          <a:noFill/>
          <a:ln>
            <a:noFill/>
          </a:ln>
        </p:spPr>
        <p:txBody>
          <a:bodyPr anchorCtr="0" anchor="t" bIns="45700" lIns="91425" spcFirstLastPara="1" rIns="91425" wrap="square" tIns="45700">
            <a:noAutofit/>
          </a:bodyPr>
          <a:lstStyle/>
          <a:p>
            <a:pPr indent="-342900" lvl="0" marL="342900" rtl="0" algn="just">
              <a:lnSpc>
                <a:spcPct val="80000"/>
              </a:lnSpc>
              <a:spcBef>
                <a:spcPts val="0"/>
              </a:spcBef>
              <a:spcAft>
                <a:spcPts val="0"/>
              </a:spcAft>
              <a:buClr>
                <a:schemeClr val="dk1"/>
              </a:buClr>
              <a:buSzPts val="2800"/>
              <a:buFont typeface="Arial"/>
              <a:buChar char="•"/>
            </a:pPr>
            <a:r>
              <a:rPr b="1" i="0" lang="en-US" sz="2800" u="none">
                <a:solidFill>
                  <a:schemeClr val="dk1"/>
                </a:solidFill>
                <a:latin typeface="Arial"/>
                <a:ea typeface="Arial"/>
                <a:cs typeface="Arial"/>
                <a:sym typeface="Arial"/>
              </a:rPr>
              <a:t>Uninformed search </a:t>
            </a:r>
            <a:r>
              <a:rPr b="0" i="0" lang="en-US" sz="2800" u="none">
                <a:solidFill>
                  <a:schemeClr val="dk1"/>
                </a:solidFill>
                <a:latin typeface="Arial"/>
                <a:ea typeface="Arial"/>
                <a:cs typeface="Arial"/>
                <a:sym typeface="Arial"/>
              </a:rPr>
              <a:t>(or </a:t>
            </a:r>
            <a:r>
              <a:rPr b="1" i="0" lang="en-US" sz="2800" u="none">
                <a:solidFill>
                  <a:schemeClr val="dk1"/>
                </a:solidFill>
                <a:latin typeface="Arial"/>
                <a:ea typeface="Arial"/>
                <a:cs typeface="Arial"/>
                <a:sym typeface="Arial"/>
              </a:rPr>
              <a:t>blind search</a:t>
            </a:r>
            <a:r>
              <a:rPr b="0" i="0" lang="en-US" sz="2800" u="none">
                <a:solidFill>
                  <a:schemeClr val="dk1"/>
                </a:solidFill>
                <a:latin typeface="Arial"/>
                <a:ea typeface="Arial"/>
                <a:cs typeface="Arial"/>
                <a:sym typeface="Arial"/>
              </a:rPr>
              <a:t>)</a:t>
            </a:r>
            <a:endParaRPr/>
          </a:p>
          <a:p>
            <a:pPr indent="-285750" lvl="1" marL="742950" rtl="0" algn="just">
              <a:lnSpc>
                <a:spcPct val="80000"/>
              </a:lnSpc>
              <a:spcBef>
                <a:spcPts val="480"/>
              </a:spcBef>
              <a:spcAft>
                <a:spcPts val="0"/>
              </a:spcAft>
              <a:buClr>
                <a:schemeClr val="dk1"/>
              </a:buClr>
              <a:buSzPts val="2400"/>
              <a:buFont typeface="Arial"/>
              <a:buChar char="–"/>
            </a:pPr>
            <a:r>
              <a:rPr b="0" i="0" lang="en-US" sz="2400" u="none">
                <a:solidFill>
                  <a:schemeClr val="dk1"/>
                </a:solidFill>
                <a:latin typeface="Arial"/>
                <a:ea typeface="Arial"/>
                <a:cs typeface="Arial"/>
                <a:sym typeface="Arial"/>
              </a:rPr>
              <a:t>Strategies have no additional information about states beyond that provided in the problem definition</a:t>
            </a:r>
            <a:endParaRPr/>
          </a:p>
          <a:p>
            <a:pPr indent="-165100" lvl="0" marL="342900" rtl="0" algn="just">
              <a:lnSpc>
                <a:spcPct val="80000"/>
              </a:lnSpc>
              <a:spcBef>
                <a:spcPts val="560"/>
              </a:spcBef>
              <a:spcAft>
                <a:spcPts val="0"/>
              </a:spcAft>
              <a:buClr>
                <a:schemeClr val="dk1"/>
              </a:buClr>
              <a:buSzPts val="2800"/>
              <a:buFont typeface="Arial"/>
              <a:buNone/>
            </a:pPr>
            <a:r>
              <a:t/>
            </a:r>
            <a:endParaRPr b="0" i="0" sz="2800" u="none">
              <a:solidFill>
                <a:schemeClr val="dk1"/>
              </a:solidFill>
              <a:latin typeface="Arial"/>
              <a:ea typeface="Arial"/>
              <a:cs typeface="Arial"/>
              <a:sym typeface="Arial"/>
            </a:endParaRPr>
          </a:p>
          <a:p>
            <a:pPr indent="-342900" lvl="0" marL="342900" rtl="0" algn="just">
              <a:lnSpc>
                <a:spcPct val="80000"/>
              </a:lnSpc>
              <a:spcBef>
                <a:spcPts val="560"/>
              </a:spcBef>
              <a:spcAft>
                <a:spcPts val="0"/>
              </a:spcAft>
              <a:buClr>
                <a:schemeClr val="dk1"/>
              </a:buClr>
              <a:buSzPts val="2800"/>
              <a:buFont typeface="Arial"/>
              <a:buChar char="•"/>
            </a:pPr>
            <a:r>
              <a:rPr b="0" i="0" lang="en-US" sz="2800" u="none">
                <a:solidFill>
                  <a:schemeClr val="dk1"/>
                </a:solidFill>
                <a:latin typeface="Arial"/>
                <a:ea typeface="Arial"/>
                <a:cs typeface="Arial"/>
                <a:sym typeface="Arial"/>
              </a:rPr>
              <a:t>Uninformed strategies (defined by order in which nodes are expanded):</a:t>
            </a:r>
            <a:endParaRPr/>
          </a:p>
          <a:p>
            <a:pPr indent="-285750" lvl="1" marL="742950" rtl="0" algn="just">
              <a:lnSpc>
                <a:spcPct val="80000"/>
              </a:lnSpc>
              <a:spcBef>
                <a:spcPts val="480"/>
              </a:spcBef>
              <a:spcAft>
                <a:spcPts val="0"/>
              </a:spcAft>
              <a:buClr>
                <a:schemeClr val="dk1"/>
              </a:buClr>
              <a:buSzPts val="2400"/>
              <a:buFont typeface="Arial"/>
              <a:buChar char="–"/>
            </a:pPr>
            <a:r>
              <a:rPr b="0" i="0" lang="en-US" sz="2400" u="none">
                <a:solidFill>
                  <a:schemeClr val="dk1"/>
                </a:solidFill>
                <a:latin typeface="Arial"/>
                <a:ea typeface="Arial"/>
                <a:cs typeface="Arial"/>
                <a:sym typeface="Arial"/>
              </a:rPr>
              <a:t>Breadth-first search</a:t>
            </a:r>
            <a:endParaRPr/>
          </a:p>
          <a:p>
            <a:pPr indent="-285750" lvl="1" marL="742950" rtl="0" algn="just">
              <a:lnSpc>
                <a:spcPct val="80000"/>
              </a:lnSpc>
              <a:spcBef>
                <a:spcPts val="480"/>
              </a:spcBef>
              <a:spcAft>
                <a:spcPts val="0"/>
              </a:spcAft>
              <a:buClr>
                <a:schemeClr val="dk1"/>
              </a:buClr>
              <a:buSzPts val="2400"/>
              <a:buFont typeface="Arial"/>
              <a:buChar char="–"/>
            </a:pPr>
            <a:r>
              <a:rPr b="0" i="0" lang="en-US" sz="2400" u="none">
                <a:solidFill>
                  <a:schemeClr val="dk1"/>
                </a:solidFill>
                <a:latin typeface="Arial"/>
                <a:ea typeface="Arial"/>
                <a:cs typeface="Arial"/>
                <a:sym typeface="Arial"/>
              </a:rPr>
              <a:t>Uniform-cost search</a:t>
            </a:r>
            <a:endParaRPr/>
          </a:p>
          <a:p>
            <a:pPr indent="-285750" lvl="1" marL="742950" rtl="0" algn="just">
              <a:lnSpc>
                <a:spcPct val="80000"/>
              </a:lnSpc>
              <a:spcBef>
                <a:spcPts val="480"/>
              </a:spcBef>
              <a:spcAft>
                <a:spcPts val="0"/>
              </a:spcAft>
              <a:buClr>
                <a:schemeClr val="dk1"/>
              </a:buClr>
              <a:buSzPts val="2400"/>
              <a:buFont typeface="Arial"/>
              <a:buChar char="–"/>
            </a:pPr>
            <a:r>
              <a:rPr b="0" i="0" lang="en-US" sz="2400" u="none">
                <a:solidFill>
                  <a:schemeClr val="dk1"/>
                </a:solidFill>
                <a:latin typeface="Arial"/>
                <a:ea typeface="Arial"/>
                <a:cs typeface="Arial"/>
                <a:sym typeface="Arial"/>
              </a:rPr>
              <a:t>Depth-first search</a:t>
            </a:r>
            <a:endParaRPr/>
          </a:p>
          <a:p>
            <a:pPr indent="-285750" lvl="1" marL="742950" rtl="0" algn="just">
              <a:lnSpc>
                <a:spcPct val="80000"/>
              </a:lnSpc>
              <a:spcBef>
                <a:spcPts val="480"/>
              </a:spcBef>
              <a:spcAft>
                <a:spcPts val="0"/>
              </a:spcAft>
              <a:buClr>
                <a:schemeClr val="dk1"/>
              </a:buClr>
              <a:buSzPts val="2400"/>
              <a:buFont typeface="Arial"/>
              <a:buChar char="–"/>
            </a:pPr>
            <a:r>
              <a:rPr b="0" i="0" lang="en-US" sz="2400" u="none">
                <a:solidFill>
                  <a:schemeClr val="dk1"/>
                </a:solidFill>
                <a:latin typeface="Arial"/>
                <a:ea typeface="Arial"/>
                <a:cs typeface="Arial"/>
                <a:sym typeface="Arial"/>
              </a:rPr>
              <a:t>Depth-limited search</a:t>
            </a:r>
            <a:endParaRPr/>
          </a:p>
          <a:p>
            <a:pPr indent="-285750" lvl="1" marL="742950" rtl="0" algn="just">
              <a:lnSpc>
                <a:spcPct val="80000"/>
              </a:lnSpc>
              <a:spcBef>
                <a:spcPts val="480"/>
              </a:spcBef>
              <a:spcAft>
                <a:spcPts val="0"/>
              </a:spcAft>
              <a:buClr>
                <a:schemeClr val="dk1"/>
              </a:buClr>
              <a:buSzPts val="2400"/>
              <a:buFont typeface="Arial"/>
              <a:buChar char="–"/>
            </a:pPr>
            <a:r>
              <a:rPr b="0" i="0" lang="en-US" sz="2400" u="none">
                <a:solidFill>
                  <a:schemeClr val="dk1"/>
                </a:solidFill>
                <a:latin typeface="Arial"/>
                <a:ea typeface="Arial"/>
                <a:cs typeface="Arial"/>
                <a:sym typeface="Arial"/>
              </a:rPr>
              <a:t>Iterative deepening search</a:t>
            </a:r>
            <a:endParaRPr/>
          </a:p>
          <a:p>
            <a:pPr indent="-285750" lvl="1" marL="742950" rtl="0" algn="just">
              <a:lnSpc>
                <a:spcPct val="80000"/>
              </a:lnSpc>
              <a:spcBef>
                <a:spcPts val="480"/>
              </a:spcBef>
              <a:spcAft>
                <a:spcPts val="0"/>
              </a:spcAft>
              <a:buClr>
                <a:schemeClr val="dk1"/>
              </a:buClr>
              <a:buSzPts val="2400"/>
              <a:buFont typeface="Arial"/>
              <a:buChar char="–"/>
            </a:pPr>
            <a:r>
              <a:rPr b="0" i="0" lang="en-US" sz="2400" u="none">
                <a:solidFill>
                  <a:schemeClr val="dk1"/>
                </a:solidFill>
                <a:latin typeface="Arial"/>
                <a:ea typeface="Arial"/>
                <a:cs typeface="Arial"/>
                <a:sym typeface="Arial"/>
              </a:rPr>
              <a:t>Bidirectional search</a:t>
            </a:r>
            <a:endParaRPr/>
          </a:p>
        </p:txBody>
      </p:sp>
      <p:sp>
        <p:nvSpPr>
          <p:cNvPr id="305" name="Google Shape;305;p23"/>
          <p:cNvSpPr txBox="1"/>
          <p:nvPr/>
        </p:nvSpPr>
        <p:spPr>
          <a:xfrm>
            <a:off x="6934200" y="6550025"/>
            <a:ext cx="2133600" cy="231775"/>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0" i="0" lang="en-US" sz="1400" u="none" cap="none" strike="noStrike">
                <a:solidFill>
                  <a:schemeClr val="dk1"/>
                </a:solidFill>
                <a:latin typeface="Arial"/>
                <a:ea typeface="Arial"/>
                <a:cs typeface="Arial"/>
                <a:sym typeface="Arial"/>
              </a:rPr>
              <a:t>‹#›</a:t>
            </a:fld>
            <a:endParaRPr/>
          </a:p>
        </p:txBody>
      </p:sp>
      <p:pic>
        <p:nvPicPr>
          <p:cNvPr id="306" name="Google Shape;306;p23"/>
          <p:cNvPicPr preferRelativeResize="0"/>
          <p:nvPr/>
        </p:nvPicPr>
        <p:blipFill rotWithShape="1">
          <a:blip r:embed="rId3">
            <a:alphaModFix/>
          </a:blip>
          <a:srcRect b="0" l="0" r="0" t="0"/>
          <a:stretch/>
        </p:blipFill>
        <p:spPr>
          <a:xfrm>
            <a:off x="8610600" y="0"/>
            <a:ext cx="549275" cy="549275"/>
          </a:xfrm>
          <a:prstGeom prst="rect">
            <a:avLst/>
          </a:prstGeom>
          <a:noFill/>
          <a:ln>
            <a:noFill/>
          </a:ln>
        </p:spPr>
      </p:pic>
    </p:spTree>
  </p:cSld>
  <p:clrMapOvr>
    <a:masterClrMapping/>
  </p:clrMapOvr>
  <p:transition spd="slow">
    <p:fade thruBlk="1"/>
  </p:transition>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sp>
        <p:nvSpPr>
          <p:cNvPr id="311" name="Google Shape;311;p24"/>
          <p:cNvSpPr txBox="1"/>
          <p:nvPr>
            <p:ph type="title"/>
          </p:nvPr>
        </p:nvSpPr>
        <p:spPr>
          <a:xfrm>
            <a:off x="457200" y="76200"/>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C00000"/>
              </a:buClr>
              <a:buSzPts val="4400"/>
              <a:buFont typeface="Arial"/>
              <a:buNone/>
            </a:pPr>
            <a:r>
              <a:rPr b="1" i="0" lang="en-US" sz="4400" u="none">
                <a:solidFill>
                  <a:srgbClr val="C00000"/>
                </a:solidFill>
                <a:latin typeface="Arial"/>
                <a:ea typeface="Arial"/>
                <a:cs typeface="Arial"/>
                <a:sym typeface="Arial"/>
              </a:rPr>
              <a:t>Informed Search Strategies</a:t>
            </a:r>
            <a:endParaRPr/>
          </a:p>
        </p:txBody>
      </p:sp>
      <p:sp>
        <p:nvSpPr>
          <p:cNvPr id="312" name="Google Shape;312;p24"/>
          <p:cNvSpPr txBox="1"/>
          <p:nvPr>
            <p:ph idx="1" type="body"/>
          </p:nvPr>
        </p:nvSpPr>
        <p:spPr>
          <a:xfrm>
            <a:off x="381000" y="1331912"/>
            <a:ext cx="8458200" cy="4916487"/>
          </a:xfrm>
          <a:prstGeom prst="rect">
            <a:avLst/>
          </a:prstGeom>
          <a:noFill/>
          <a:ln>
            <a:noFill/>
          </a:ln>
        </p:spPr>
        <p:txBody>
          <a:bodyPr anchorCtr="0" anchor="t" bIns="45700" lIns="91425" spcFirstLastPara="1" rIns="91425" wrap="square" tIns="45700">
            <a:noAutofit/>
          </a:bodyPr>
          <a:lstStyle/>
          <a:p>
            <a:pPr indent="-342900" lvl="0" marL="342900" rtl="0" algn="just">
              <a:lnSpc>
                <a:spcPct val="80000"/>
              </a:lnSpc>
              <a:spcBef>
                <a:spcPts val="0"/>
              </a:spcBef>
              <a:spcAft>
                <a:spcPts val="0"/>
              </a:spcAft>
              <a:buClr>
                <a:schemeClr val="dk1"/>
              </a:buClr>
              <a:buSzPts val="2800"/>
              <a:buFont typeface="Arial"/>
              <a:buChar char="•"/>
            </a:pPr>
            <a:r>
              <a:rPr b="1" i="0" lang="en-US" sz="2800" u="none">
                <a:solidFill>
                  <a:schemeClr val="dk1"/>
                </a:solidFill>
                <a:latin typeface="Arial"/>
                <a:ea typeface="Arial"/>
                <a:cs typeface="Arial"/>
                <a:sym typeface="Arial"/>
              </a:rPr>
              <a:t>Informed </a:t>
            </a:r>
            <a:r>
              <a:rPr b="0" i="0" lang="en-US" sz="2800" u="none">
                <a:solidFill>
                  <a:schemeClr val="dk1"/>
                </a:solidFill>
                <a:latin typeface="Arial"/>
                <a:ea typeface="Arial"/>
                <a:cs typeface="Arial"/>
                <a:sym typeface="Arial"/>
              </a:rPr>
              <a:t>(or </a:t>
            </a:r>
            <a:r>
              <a:rPr b="1" i="0" lang="en-US" sz="2800" u="none">
                <a:solidFill>
                  <a:schemeClr val="dk1"/>
                </a:solidFill>
                <a:latin typeface="Arial"/>
                <a:ea typeface="Arial"/>
                <a:cs typeface="Arial"/>
                <a:sym typeface="Arial"/>
              </a:rPr>
              <a:t>heuristic</a:t>
            </a:r>
            <a:r>
              <a:rPr b="0" i="0" lang="en-US" sz="2800" u="none">
                <a:solidFill>
                  <a:schemeClr val="dk1"/>
                </a:solidFill>
                <a:latin typeface="Arial"/>
                <a:ea typeface="Arial"/>
                <a:cs typeface="Arial"/>
                <a:sym typeface="Arial"/>
              </a:rPr>
              <a:t>) search</a:t>
            </a:r>
            <a:endParaRPr/>
          </a:p>
          <a:p>
            <a:pPr indent="-285750" lvl="1" marL="742950" rtl="0" algn="just">
              <a:lnSpc>
                <a:spcPct val="80000"/>
              </a:lnSpc>
              <a:spcBef>
                <a:spcPts val="480"/>
              </a:spcBef>
              <a:spcAft>
                <a:spcPts val="0"/>
              </a:spcAft>
              <a:buClr>
                <a:schemeClr val="dk1"/>
              </a:buClr>
              <a:buSzPts val="2400"/>
              <a:buFont typeface="Arial"/>
              <a:buChar char="–"/>
            </a:pPr>
            <a:r>
              <a:rPr b="0" i="0" lang="en-US" sz="2400" u="none">
                <a:solidFill>
                  <a:schemeClr val="dk1"/>
                </a:solidFill>
                <a:latin typeface="Arial"/>
                <a:ea typeface="Arial"/>
                <a:cs typeface="Arial"/>
                <a:sym typeface="Arial"/>
              </a:rPr>
              <a:t>Search strategies know whether one state is more promising than another</a:t>
            </a:r>
            <a:endParaRPr/>
          </a:p>
          <a:p>
            <a:pPr indent="-165100" lvl="0" marL="342900" rtl="0" algn="just">
              <a:lnSpc>
                <a:spcPct val="80000"/>
              </a:lnSpc>
              <a:spcBef>
                <a:spcPts val="560"/>
              </a:spcBef>
              <a:spcAft>
                <a:spcPts val="0"/>
              </a:spcAft>
              <a:buClr>
                <a:schemeClr val="dk1"/>
              </a:buClr>
              <a:buSzPts val="2800"/>
              <a:buFont typeface="Arial"/>
              <a:buNone/>
            </a:pPr>
            <a:r>
              <a:t/>
            </a:r>
            <a:endParaRPr b="0" i="0" sz="2800" u="none">
              <a:solidFill>
                <a:schemeClr val="dk1"/>
              </a:solidFill>
              <a:latin typeface="Arial"/>
              <a:ea typeface="Arial"/>
              <a:cs typeface="Arial"/>
              <a:sym typeface="Arial"/>
            </a:endParaRPr>
          </a:p>
          <a:p>
            <a:pPr indent="-342900" lvl="0" marL="342900" rtl="0" algn="just">
              <a:lnSpc>
                <a:spcPct val="80000"/>
              </a:lnSpc>
              <a:spcBef>
                <a:spcPts val="560"/>
              </a:spcBef>
              <a:spcAft>
                <a:spcPts val="0"/>
              </a:spcAft>
              <a:buClr>
                <a:schemeClr val="dk1"/>
              </a:buClr>
              <a:buSzPts val="2800"/>
              <a:buFont typeface="Arial"/>
              <a:buChar char="•"/>
            </a:pPr>
            <a:r>
              <a:rPr b="0" i="0" lang="en-US" sz="2800" u="none">
                <a:solidFill>
                  <a:schemeClr val="dk1"/>
                </a:solidFill>
                <a:latin typeface="Arial"/>
                <a:ea typeface="Arial"/>
                <a:cs typeface="Arial"/>
                <a:sym typeface="Arial"/>
              </a:rPr>
              <a:t>Examples of informed search strategies:</a:t>
            </a:r>
            <a:endParaRPr b="0" i="0" sz="2400" u="none">
              <a:solidFill>
                <a:schemeClr val="dk1"/>
              </a:solidFill>
              <a:latin typeface="Arial"/>
              <a:ea typeface="Arial"/>
              <a:cs typeface="Arial"/>
              <a:sym typeface="Arial"/>
            </a:endParaRPr>
          </a:p>
          <a:p>
            <a:pPr indent="-285750" lvl="1" marL="742950" rtl="0" algn="just">
              <a:lnSpc>
                <a:spcPct val="80000"/>
              </a:lnSpc>
              <a:spcBef>
                <a:spcPts val="480"/>
              </a:spcBef>
              <a:spcAft>
                <a:spcPts val="0"/>
              </a:spcAft>
              <a:buClr>
                <a:schemeClr val="dk1"/>
              </a:buClr>
              <a:buSzPts val="2400"/>
              <a:buFont typeface="Arial"/>
              <a:buChar char="–"/>
            </a:pPr>
            <a:r>
              <a:rPr b="0" i="0" lang="en-US" sz="2400" u="none">
                <a:solidFill>
                  <a:schemeClr val="dk1"/>
                </a:solidFill>
                <a:latin typeface="Arial"/>
                <a:ea typeface="Arial"/>
                <a:cs typeface="Arial"/>
                <a:sym typeface="Arial"/>
              </a:rPr>
              <a:t>Greedy best-first search</a:t>
            </a:r>
            <a:endParaRPr/>
          </a:p>
          <a:p>
            <a:pPr indent="-285750" lvl="1" marL="742950" rtl="0" algn="just">
              <a:lnSpc>
                <a:spcPct val="80000"/>
              </a:lnSpc>
              <a:spcBef>
                <a:spcPts val="480"/>
              </a:spcBef>
              <a:spcAft>
                <a:spcPts val="0"/>
              </a:spcAft>
              <a:buClr>
                <a:schemeClr val="dk1"/>
              </a:buClr>
              <a:buSzPts val="2400"/>
              <a:buFont typeface="Arial"/>
              <a:buChar char="–"/>
            </a:pPr>
            <a:r>
              <a:rPr b="0" i="0" lang="en-US" sz="2400" u="none">
                <a:solidFill>
                  <a:schemeClr val="dk1"/>
                </a:solidFill>
                <a:latin typeface="Arial"/>
                <a:ea typeface="Arial"/>
                <a:cs typeface="Arial"/>
                <a:sym typeface="Arial"/>
              </a:rPr>
              <a:t>A* search</a:t>
            </a:r>
            <a:endParaRPr/>
          </a:p>
          <a:p>
            <a:pPr indent="-285750" lvl="1" marL="742950" rtl="0" algn="just">
              <a:lnSpc>
                <a:spcPct val="80000"/>
              </a:lnSpc>
              <a:spcBef>
                <a:spcPts val="480"/>
              </a:spcBef>
              <a:spcAft>
                <a:spcPts val="0"/>
              </a:spcAft>
              <a:buClr>
                <a:schemeClr val="dk1"/>
              </a:buClr>
              <a:buSzPts val="2400"/>
              <a:buFont typeface="Arial"/>
              <a:buChar char="–"/>
            </a:pPr>
            <a:r>
              <a:rPr b="0" i="0" lang="en-US" sz="2400" u="none">
                <a:solidFill>
                  <a:schemeClr val="dk1"/>
                </a:solidFill>
                <a:latin typeface="Arial"/>
                <a:ea typeface="Arial"/>
                <a:cs typeface="Arial"/>
                <a:sym typeface="Arial"/>
              </a:rPr>
              <a:t>Iterative-deepening A* (IDA*) search</a:t>
            </a:r>
            <a:endParaRPr/>
          </a:p>
          <a:p>
            <a:pPr indent="-285750" lvl="1" marL="742950" rtl="0" algn="just">
              <a:lnSpc>
                <a:spcPct val="80000"/>
              </a:lnSpc>
              <a:spcBef>
                <a:spcPts val="480"/>
              </a:spcBef>
              <a:spcAft>
                <a:spcPts val="0"/>
              </a:spcAft>
              <a:buClr>
                <a:schemeClr val="dk1"/>
              </a:buClr>
              <a:buSzPts val="2400"/>
              <a:buFont typeface="Arial"/>
              <a:buChar char="–"/>
            </a:pPr>
            <a:r>
              <a:rPr b="0" i="0" lang="en-US" sz="2400" u="none">
                <a:solidFill>
                  <a:schemeClr val="dk1"/>
                </a:solidFill>
                <a:latin typeface="Arial"/>
                <a:ea typeface="Arial"/>
                <a:cs typeface="Arial"/>
                <a:sym typeface="Arial"/>
              </a:rPr>
              <a:t>Recursive best-first search (RBFS)</a:t>
            </a:r>
            <a:endParaRPr/>
          </a:p>
          <a:p>
            <a:pPr indent="-285750" lvl="1" marL="742950" rtl="0" algn="just">
              <a:lnSpc>
                <a:spcPct val="80000"/>
              </a:lnSpc>
              <a:spcBef>
                <a:spcPts val="480"/>
              </a:spcBef>
              <a:spcAft>
                <a:spcPts val="0"/>
              </a:spcAft>
              <a:buClr>
                <a:schemeClr val="dk1"/>
              </a:buClr>
              <a:buSzPts val="2400"/>
              <a:buFont typeface="Arial"/>
              <a:buChar char="–"/>
            </a:pPr>
            <a:r>
              <a:rPr b="0" i="0" lang="en-US" sz="2400" u="none">
                <a:solidFill>
                  <a:schemeClr val="dk1"/>
                </a:solidFill>
                <a:latin typeface="Arial"/>
                <a:ea typeface="Arial"/>
                <a:cs typeface="Arial"/>
                <a:sym typeface="Arial"/>
              </a:rPr>
              <a:t>Memory-bounded A* (MA*) search</a:t>
            </a:r>
            <a:endParaRPr/>
          </a:p>
          <a:p>
            <a:pPr indent="-285750" lvl="1" marL="742950" rtl="0" algn="just">
              <a:lnSpc>
                <a:spcPct val="80000"/>
              </a:lnSpc>
              <a:spcBef>
                <a:spcPts val="480"/>
              </a:spcBef>
              <a:spcAft>
                <a:spcPts val="0"/>
              </a:spcAft>
              <a:buClr>
                <a:schemeClr val="dk1"/>
              </a:buClr>
              <a:buSzPts val="2400"/>
              <a:buFont typeface="Arial"/>
              <a:buChar char="–"/>
            </a:pPr>
            <a:r>
              <a:rPr b="0" i="0" lang="en-US" sz="2400" u="none">
                <a:solidFill>
                  <a:schemeClr val="dk1"/>
                </a:solidFill>
                <a:latin typeface="Arial"/>
                <a:ea typeface="Arial"/>
                <a:cs typeface="Arial"/>
                <a:sym typeface="Arial"/>
              </a:rPr>
              <a:t>Simplified memory-bounded A* (SMA*) search</a:t>
            </a:r>
            <a:endParaRPr/>
          </a:p>
        </p:txBody>
      </p:sp>
      <p:sp>
        <p:nvSpPr>
          <p:cNvPr id="313" name="Google Shape;313;p24"/>
          <p:cNvSpPr txBox="1"/>
          <p:nvPr/>
        </p:nvSpPr>
        <p:spPr>
          <a:xfrm>
            <a:off x="6934200" y="6550025"/>
            <a:ext cx="2133600" cy="231775"/>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0" i="0" lang="en-US" sz="1400" u="none" cap="none" strike="noStrike">
                <a:solidFill>
                  <a:schemeClr val="dk1"/>
                </a:solidFill>
                <a:latin typeface="Arial"/>
                <a:ea typeface="Arial"/>
                <a:cs typeface="Arial"/>
                <a:sym typeface="Arial"/>
              </a:rPr>
              <a:t>‹#›</a:t>
            </a:fld>
            <a:endParaRPr/>
          </a:p>
        </p:txBody>
      </p:sp>
      <p:pic>
        <p:nvPicPr>
          <p:cNvPr id="314" name="Google Shape;314;p24"/>
          <p:cNvPicPr preferRelativeResize="0"/>
          <p:nvPr/>
        </p:nvPicPr>
        <p:blipFill rotWithShape="1">
          <a:blip r:embed="rId3">
            <a:alphaModFix/>
          </a:blip>
          <a:srcRect b="0" l="0" r="0" t="0"/>
          <a:stretch/>
        </p:blipFill>
        <p:spPr>
          <a:xfrm>
            <a:off x="8610600" y="0"/>
            <a:ext cx="549275" cy="549275"/>
          </a:xfrm>
          <a:prstGeom prst="rect">
            <a:avLst/>
          </a:prstGeom>
          <a:noFill/>
          <a:ln>
            <a:noFill/>
          </a:ln>
        </p:spPr>
      </p:pic>
    </p:spTree>
  </p:cSld>
  <p:clrMapOvr>
    <a:masterClrMapping/>
  </p:clrMapOvr>
  <p:transition spd="slow">
    <p:fade thruBlk="1"/>
  </p:transition>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 name="Shape 318"/>
        <p:cNvGrpSpPr/>
        <p:nvPr/>
      </p:nvGrpSpPr>
      <p:grpSpPr>
        <a:xfrm>
          <a:off x="0" y="0"/>
          <a:ext cx="0" cy="0"/>
          <a:chOff x="0" y="0"/>
          <a:chExt cx="0" cy="0"/>
        </a:xfrm>
      </p:grpSpPr>
      <p:sp>
        <p:nvSpPr>
          <p:cNvPr id="319" name="Google Shape;319;p25"/>
          <p:cNvSpPr txBox="1"/>
          <p:nvPr>
            <p:ph type="title"/>
          </p:nvPr>
        </p:nvSpPr>
        <p:spPr>
          <a:xfrm>
            <a:off x="457200" y="76200"/>
            <a:ext cx="8229600" cy="8382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C00000"/>
              </a:buClr>
              <a:buSzPts val="4400"/>
              <a:buFont typeface="Arial"/>
              <a:buNone/>
            </a:pPr>
            <a:r>
              <a:rPr b="1" i="0" lang="en-US" sz="4400" u="none">
                <a:solidFill>
                  <a:srgbClr val="C00000"/>
                </a:solidFill>
                <a:latin typeface="Arial"/>
                <a:ea typeface="Arial"/>
                <a:cs typeface="Arial"/>
                <a:sym typeface="Arial"/>
              </a:rPr>
              <a:t>Breadth-First Search</a:t>
            </a:r>
            <a:endParaRPr/>
          </a:p>
        </p:txBody>
      </p:sp>
      <p:sp>
        <p:nvSpPr>
          <p:cNvPr id="320" name="Google Shape;320;p25"/>
          <p:cNvSpPr txBox="1"/>
          <p:nvPr>
            <p:ph idx="1" type="body"/>
          </p:nvPr>
        </p:nvSpPr>
        <p:spPr>
          <a:xfrm>
            <a:off x="0" y="838200"/>
            <a:ext cx="9144000" cy="2819400"/>
          </a:xfrm>
          <a:prstGeom prst="rect">
            <a:avLst/>
          </a:prstGeom>
          <a:noFill/>
          <a:ln>
            <a:noFill/>
          </a:ln>
        </p:spPr>
        <p:txBody>
          <a:bodyPr anchorCtr="0" anchor="t" bIns="45700" lIns="91425" spcFirstLastPara="1" rIns="91425" wrap="square" tIns="45700">
            <a:noAutofit/>
          </a:bodyPr>
          <a:lstStyle/>
          <a:p>
            <a:pPr indent="-342900" lvl="0" marL="342900" rtl="0" algn="just">
              <a:lnSpc>
                <a:spcPct val="100000"/>
              </a:lnSpc>
              <a:spcBef>
                <a:spcPts val="0"/>
              </a:spcBef>
              <a:spcAft>
                <a:spcPts val="0"/>
              </a:spcAft>
              <a:buClr>
                <a:srgbClr val="C00000"/>
              </a:buClr>
              <a:buSzPts val="2600"/>
              <a:buFont typeface="Arial"/>
              <a:buChar char="•"/>
            </a:pPr>
            <a:r>
              <a:rPr b="0" i="0" lang="en-US" sz="2600" u="none">
                <a:solidFill>
                  <a:schemeClr val="dk1"/>
                </a:solidFill>
                <a:latin typeface="Arial"/>
                <a:ea typeface="Arial"/>
                <a:cs typeface="Arial"/>
                <a:sym typeface="Arial"/>
              </a:rPr>
              <a:t>Expand </a:t>
            </a:r>
            <a:r>
              <a:rPr b="0" i="1" lang="en-US" sz="2600" u="none">
                <a:solidFill>
                  <a:schemeClr val="dk1"/>
                </a:solidFill>
                <a:latin typeface="Arial"/>
                <a:ea typeface="Arial"/>
                <a:cs typeface="Arial"/>
                <a:sym typeface="Arial"/>
              </a:rPr>
              <a:t>shallowest </a:t>
            </a:r>
            <a:r>
              <a:rPr b="0" i="0" lang="en-US" sz="2600" u="none">
                <a:solidFill>
                  <a:schemeClr val="dk1"/>
                </a:solidFill>
                <a:latin typeface="Arial"/>
                <a:ea typeface="Arial"/>
                <a:cs typeface="Arial"/>
                <a:sym typeface="Arial"/>
              </a:rPr>
              <a:t>unexpanded node</a:t>
            </a:r>
            <a:endParaRPr/>
          </a:p>
          <a:p>
            <a:pPr indent="-342900" lvl="0" marL="342900" rtl="0" algn="just">
              <a:lnSpc>
                <a:spcPct val="100000"/>
              </a:lnSpc>
              <a:spcBef>
                <a:spcPts val="520"/>
              </a:spcBef>
              <a:spcAft>
                <a:spcPts val="0"/>
              </a:spcAft>
              <a:buClr>
                <a:srgbClr val="C00000"/>
              </a:buClr>
              <a:buSzPts val="2600"/>
              <a:buFont typeface="Arial"/>
              <a:buChar char="•"/>
            </a:pPr>
            <a:r>
              <a:rPr b="1" i="1" lang="en-US" sz="2600" u="none">
                <a:solidFill>
                  <a:schemeClr val="dk1"/>
                </a:solidFill>
                <a:latin typeface="Arial"/>
                <a:ea typeface="Arial"/>
                <a:cs typeface="Arial"/>
                <a:sym typeface="Arial"/>
              </a:rPr>
              <a:t>Fringe</a:t>
            </a:r>
            <a:r>
              <a:rPr b="0" i="0" lang="en-US" sz="2600" u="none">
                <a:solidFill>
                  <a:schemeClr val="dk1"/>
                </a:solidFill>
                <a:latin typeface="Arial"/>
                <a:ea typeface="Arial"/>
                <a:cs typeface="Arial"/>
                <a:sym typeface="Arial"/>
              </a:rPr>
              <a:t> is the collection of nodes that have been generated but not yet expanded.</a:t>
            </a:r>
            <a:endParaRPr/>
          </a:p>
          <a:p>
            <a:pPr indent="-342900" lvl="0" marL="342900" rtl="0" algn="just">
              <a:lnSpc>
                <a:spcPct val="100000"/>
              </a:lnSpc>
              <a:spcBef>
                <a:spcPts val="520"/>
              </a:spcBef>
              <a:spcAft>
                <a:spcPts val="0"/>
              </a:spcAft>
              <a:buClr>
                <a:srgbClr val="C00000"/>
              </a:buClr>
              <a:buSzPts val="2600"/>
              <a:buFont typeface="Arial"/>
              <a:buChar char="•"/>
            </a:pPr>
            <a:r>
              <a:rPr b="0" i="0" lang="en-US" sz="2600" u="none">
                <a:solidFill>
                  <a:schemeClr val="dk1"/>
                </a:solidFill>
                <a:latin typeface="Arial"/>
                <a:ea typeface="Arial"/>
                <a:cs typeface="Arial"/>
                <a:sym typeface="Arial"/>
              </a:rPr>
              <a:t> The set of all leaf nodes available for expansion at any given point is called the </a:t>
            </a:r>
            <a:r>
              <a:rPr b="1" i="1" lang="en-US" sz="2600" u="none">
                <a:solidFill>
                  <a:schemeClr val="dk1"/>
                </a:solidFill>
                <a:latin typeface="Arial"/>
                <a:ea typeface="Arial"/>
                <a:cs typeface="Arial"/>
                <a:sym typeface="Arial"/>
              </a:rPr>
              <a:t>frontier</a:t>
            </a:r>
            <a:r>
              <a:rPr b="0" i="0" lang="en-US" sz="2600" u="none">
                <a:solidFill>
                  <a:schemeClr val="dk1"/>
                </a:solidFill>
                <a:latin typeface="Arial"/>
                <a:ea typeface="Arial"/>
                <a:cs typeface="Arial"/>
                <a:sym typeface="Arial"/>
              </a:rPr>
              <a:t>.</a:t>
            </a:r>
            <a:r>
              <a:rPr b="1" i="0" lang="en-US" sz="2600" u="none">
                <a:solidFill>
                  <a:schemeClr val="dk1"/>
                </a:solidFill>
                <a:latin typeface="Arial"/>
                <a:ea typeface="Arial"/>
                <a:cs typeface="Arial"/>
                <a:sym typeface="Arial"/>
              </a:rPr>
              <a:t> </a:t>
            </a:r>
            <a:endParaRPr b="0" i="0" sz="2600" u="none">
              <a:solidFill>
                <a:schemeClr val="dk1"/>
              </a:solidFill>
              <a:latin typeface="Arial"/>
              <a:ea typeface="Arial"/>
              <a:cs typeface="Arial"/>
              <a:sym typeface="Arial"/>
            </a:endParaRPr>
          </a:p>
          <a:p>
            <a:pPr indent="-342900" lvl="0" marL="342900" rtl="0" algn="just">
              <a:lnSpc>
                <a:spcPct val="100000"/>
              </a:lnSpc>
              <a:spcBef>
                <a:spcPts val="520"/>
              </a:spcBef>
              <a:spcAft>
                <a:spcPts val="0"/>
              </a:spcAft>
              <a:buClr>
                <a:srgbClr val="C00000"/>
              </a:buClr>
              <a:buSzPts val="2600"/>
              <a:buFont typeface="Arial"/>
              <a:buChar char="•"/>
            </a:pPr>
            <a:r>
              <a:rPr b="0" i="0" lang="en-US" sz="2600" u="none">
                <a:solidFill>
                  <a:schemeClr val="dk1"/>
                </a:solidFill>
                <a:latin typeface="Arial"/>
                <a:ea typeface="Arial"/>
                <a:cs typeface="Arial"/>
                <a:sym typeface="Arial"/>
              </a:rPr>
              <a:t>Implementation: </a:t>
            </a:r>
            <a:r>
              <a:rPr b="0" i="1" lang="en-US" sz="2600" u="none">
                <a:solidFill>
                  <a:schemeClr val="dk1"/>
                </a:solidFill>
                <a:latin typeface="Arial"/>
                <a:ea typeface="Arial"/>
                <a:cs typeface="Arial"/>
                <a:sym typeface="Arial"/>
              </a:rPr>
              <a:t>fringe</a:t>
            </a:r>
            <a:r>
              <a:rPr b="0" i="0" lang="en-US" sz="2600" u="none">
                <a:solidFill>
                  <a:schemeClr val="dk1"/>
                </a:solidFill>
                <a:latin typeface="Arial"/>
                <a:ea typeface="Arial"/>
                <a:cs typeface="Arial"/>
                <a:sym typeface="Arial"/>
              </a:rPr>
              <a:t>/</a:t>
            </a:r>
            <a:r>
              <a:rPr b="0" i="1" lang="en-US" sz="2600" u="none">
                <a:solidFill>
                  <a:schemeClr val="dk1"/>
                </a:solidFill>
                <a:latin typeface="Arial"/>
                <a:ea typeface="Arial"/>
                <a:cs typeface="Arial"/>
                <a:sym typeface="Arial"/>
              </a:rPr>
              <a:t>frontier </a:t>
            </a:r>
            <a:r>
              <a:rPr b="0" i="0" lang="en-US" sz="2600" u="none">
                <a:solidFill>
                  <a:schemeClr val="dk1"/>
                </a:solidFill>
                <a:latin typeface="Arial"/>
                <a:ea typeface="Arial"/>
                <a:cs typeface="Arial"/>
                <a:sym typeface="Arial"/>
              </a:rPr>
              <a:t>is a FIFO queue</a:t>
            </a:r>
            <a:endParaRPr/>
          </a:p>
          <a:p>
            <a:pPr indent="-177800" lvl="0" marL="342900" rtl="0" algn="l">
              <a:spcBef>
                <a:spcPts val="520"/>
              </a:spcBef>
              <a:spcAft>
                <a:spcPts val="0"/>
              </a:spcAft>
              <a:buClr>
                <a:schemeClr val="dk1"/>
              </a:buClr>
              <a:buSzPts val="2600"/>
              <a:buFont typeface="Arial"/>
              <a:buNone/>
            </a:pPr>
            <a:r>
              <a:t/>
            </a:r>
            <a:endParaRPr b="0" i="0" sz="2600" u="none">
              <a:solidFill>
                <a:schemeClr val="dk1"/>
              </a:solidFill>
              <a:latin typeface="Arial"/>
              <a:ea typeface="Arial"/>
              <a:cs typeface="Arial"/>
              <a:sym typeface="Arial"/>
            </a:endParaRPr>
          </a:p>
        </p:txBody>
      </p:sp>
      <p:pic>
        <p:nvPicPr>
          <p:cNvPr id="321" name="Google Shape;321;p25"/>
          <p:cNvPicPr preferRelativeResize="0"/>
          <p:nvPr>
            <p:ph idx="1" type="body"/>
          </p:nvPr>
        </p:nvPicPr>
        <p:blipFill rotWithShape="1">
          <a:blip r:embed="rId3">
            <a:alphaModFix/>
          </a:blip>
          <a:srcRect b="0" l="0" r="0" t="0"/>
          <a:stretch/>
        </p:blipFill>
        <p:spPr>
          <a:xfrm>
            <a:off x="2603275" y="3597275"/>
            <a:ext cx="4114800" cy="3260700"/>
          </a:xfrm>
          <a:prstGeom prst="rect">
            <a:avLst/>
          </a:prstGeom>
          <a:noFill/>
          <a:ln>
            <a:noFill/>
          </a:ln>
        </p:spPr>
      </p:pic>
      <p:sp>
        <p:nvSpPr>
          <p:cNvPr id="322" name="Google Shape;322;p25"/>
          <p:cNvSpPr txBox="1"/>
          <p:nvPr/>
        </p:nvSpPr>
        <p:spPr>
          <a:xfrm>
            <a:off x="6934200" y="6550025"/>
            <a:ext cx="2133600" cy="231775"/>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0" i="0" lang="en-US" sz="1400" u="none" cap="none" strike="noStrike">
                <a:solidFill>
                  <a:schemeClr val="dk1"/>
                </a:solidFill>
                <a:latin typeface="Arial"/>
                <a:ea typeface="Arial"/>
                <a:cs typeface="Arial"/>
                <a:sym typeface="Arial"/>
              </a:rPr>
              <a:t>‹#›</a:t>
            </a:fld>
            <a:endParaRPr/>
          </a:p>
        </p:txBody>
      </p:sp>
      <p:pic>
        <p:nvPicPr>
          <p:cNvPr id="323" name="Google Shape;323;p25"/>
          <p:cNvPicPr preferRelativeResize="0"/>
          <p:nvPr/>
        </p:nvPicPr>
        <p:blipFill rotWithShape="1">
          <a:blip r:embed="rId4">
            <a:alphaModFix/>
          </a:blip>
          <a:srcRect b="0" l="0" r="0" t="0"/>
          <a:stretch/>
        </p:blipFill>
        <p:spPr>
          <a:xfrm>
            <a:off x="8229600" y="0"/>
            <a:ext cx="914400" cy="914400"/>
          </a:xfrm>
          <a:prstGeom prst="rect">
            <a:avLst/>
          </a:prstGeom>
          <a:noFill/>
          <a:ln>
            <a:noFill/>
          </a:ln>
        </p:spPr>
      </p:pic>
    </p:spTree>
  </p:cSld>
  <p:clrMapOvr>
    <a:masterClrMapping/>
  </p:clrMapOvr>
  <p:transition spd="slow">
    <p:fade thruBlk="1"/>
  </p:transition>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26"/>
          <p:cNvSpPr txBox="1"/>
          <p:nvPr>
            <p:ph type="title"/>
          </p:nvPr>
        </p:nvSpPr>
        <p:spPr>
          <a:xfrm>
            <a:off x="457200" y="76200"/>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C00000"/>
              </a:buClr>
              <a:buSzPts val="4400"/>
              <a:buFont typeface="Arial"/>
              <a:buNone/>
            </a:pPr>
            <a:r>
              <a:rPr b="1" i="0" lang="en-US" sz="4400" u="none">
                <a:solidFill>
                  <a:srgbClr val="C00000"/>
                </a:solidFill>
                <a:latin typeface="Arial"/>
                <a:ea typeface="Arial"/>
                <a:cs typeface="Arial"/>
                <a:sym typeface="Arial"/>
              </a:rPr>
              <a:t>Breadth-First Search</a:t>
            </a:r>
            <a:endParaRPr/>
          </a:p>
        </p:txBody>
      </p:sp>
      <p:pic>
        <p:nvPicPr>
          <p:cNvPr id="329" name="Google Shape;329;p26"/>
          <p:cNvPicPr preferRelativeResize="0"/>
          <p:nvPr>
            <p:ph idx="1" type="body"/>
          </p:nvPr>
        </p:nvPicPr>
        <p:blipFill rotWithShape="1">
          <a:blip r:embed="rId3">
            <a:alphaModFix/>
          </a:blip>
          <a:srcRect b="0" l="0" r="0" t="0"/>
          <a:stretch/>
        </p:blipFill>
        <p:spPr>
          <a:xfrm>
            <a:off x="2219325" y="2138362"/>
            <a:ext cx="4705350" cy="3448050"/>
          </a:xfrm>
          <a:prstGeom prst="rect">
            <a:avLst/>
          </a:prstGeom>
          <a:noFill/>
          <a:ln>
            <a:noFill/>
          </a:ln>
        </p:spPr>
      </p:pic>
      <p:sp>
        <p:nvSpPr>
          <p:cNvPr id="330" name="Google Shape;330;p26"/>
          <p:cNvSpPr txBox="1"/>
          <p:nvPr/>
        </p:nvSpPr>
        <p:spPr>
          <a:xfrm>
            <a:off x="6934200" y="6550025"/>
            <a:ext cx="2133600" cy="231775"/>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0" i="0" lang="en-US" sz="1400" u="none" cap="none" strike="noStrike">
                <a:solidFill>
                  <a:schemeClr val="dk1"/>
                </a:solidFill>
                <a:latin typeface="Arial"/>
                <a:ea typeface="Arial"/>
                <a:cs typeface="Arial"/>
                <a:sym typeface="Arial"/>
              </a:rPr>
              <a:t>‹#›</a:t>
            </a:fld>
            <a:endParaRPr/>
          </a:p>
        </p:txBody>
      </p:sp>
      <p:pic>
        <p:nvPicPr>
          <p:cNvPr id="331" name="Google Shape;331;p26"/>
          <p:cNvPicPr preferRelativeResize="0"/>
          <p:nvPr/>
        </p:nvPicPr>
        <p:blipFill rotWithShape="1">
          <a:blip r:embed="rId4">
            <a:alphaModFix/>
          </a:blip>
          <a:srcRect b="0" l="0" r="0" t="0"/>
          <a:stretch/>
        </p:blipFill>
        <p:spPr>
          <a:xfrm>
            <a:off x="8229600" y="0"/>
            <a:ext cx="914400" cy="914400"/>
          </a:xfrm>
          <a:prstGeom prst="rect">
            <a:avLst/>
          </a:prstGeom>
          <a:noFill/>
          <a:ln>
            <a:noFill/>
          </a:ln>
        </p:spPr>
      </p:pic>
    </p:spTree>
  </p:cSld>
  <p:clrMapOvr>
    <a:masterClrMapping/>
  </p:clrMapOvr>
  <p:transition spd="slow">
    <p:fade thruBlk="1"/>
  </p:transition>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5" name="Shape 335"/>
        <p:cNvGrpSpPr/>
        <p:nvPr/>
      </p:nvGrpSpPr>
      <p:grpSpPr>
        <a:xfrm>
          <a:off x="0" y="0"/>
          <a:ext cx="0" cy="0"/>
          <a:chOff x="0" y="0"/>
          <a:chExt cx="0" cy="0"/>
        </a:xfrm>
      </p:grpSpPr>
      <p:sp>
        <p:nvSpPr>
          <p:cNvPr id="336" name="Google Shape;336;p27"/>
          <p:cNvSpPr txBox="1"/>
          <p:nvPr>
            <p:ph type="title"/>
          </p:nvPr>
        </p:nvSpPr>
        <p:spPr>
          <a:xfrm>
            <a:off x="457200" y="76200"/>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C00000"/>
              </a:buClr>
              <a:buSzPts val="4400"/>
              <a:buFont typeface="Arial"/>
              <a:buNone/>
            </a:pPr>
            <a:r>
              <a:rPr b="1" i="0" lang="en-US" sz="4400" u="none">
                <a:solidFill>
                  <a:srgbClr val="C00000"/>
                </a:solidFill>
                <a:latin typeface="Arial"/>
                <a:ea typeface="Arial"/>
                <a:cs typeface="Arial"/>
                <a:sym typeface="Arial"/>
              </a:rPr>
              <a:t>Breadth-First Search</a:t>
            </a:r>
            <a:endParaRPr/>
          </a:p>
        </p:txBody>
      </p:sp>
      <p:pic>
        <p:nvPicPr>
          <p:cNvPr id="337" name="Google Shape;337;p27"/>
          <p:cNvPicPr preferRelativeResize="0"/>
          <p:nvPr>
            <p:ph idx="1" type="body"/>
          </p:nvPr>
        </p:nvPicPr>
        <p:blipFill rotWithShape="1">
          <a:blip r:embed="rId3">
            <a:alphaModFix/>
          </a:blip>
          <a:srcRect b="0" l="0" r="0" t="0"/>
          <a:stretch/>
        </p:blipFill>
        <p:spPr>
          <a:xfrm>
            <a:off x="2376487" y="2062162"/>
            <a:ext cx="4391025" cy="3600450"/>
          </a:xfrm>
          <a:prstGeom prst="rect">
            <a:avLst/>
          </a:prstGeom>
          <a:noFill/>
          <a:ln>
            <a:noFill/>
          </a:ln>
        </p:spPr>
      </p:pic>
      <p:sp>
        <p:nvSpPr>
          <p:cNvPr id="338" name="Google Shape;338;p27"/>
          <p:cNvSpPr txBox="1"/>
          <p:nvPr/>
        </p:nvSpPr>
        <p:spPr>
          <a:xfrm>
            <a:off x="6934200" y="6550025"/>
            <a:ext cx="2133600" cy="231775"/>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0" i="0" lang="en-US" sz="1400" u="none" cap="none" strike="noStrike">
                <a:solidFill>
                  <a:schemeClr val="dk1"/>
                </a:solidFill>
                <a:latin typeface="Arial"/>
                <a:ea typeface="Arial"/>
                <a:cs typeface="Arial"/>
                <a:sym typeface="Arial"/>
              </a:rPr>
              <a:t>‹#›</a:t>
            </a:fld>
            <a:endParaRPr/>
          </a:p>
        </p:txBody>
      </p:sp>
      <p:pic>
        <p:nvPicPr>
          <p:cNvPr id="339" name="Google Shape;339;p27"/>
          <p:cNvPicPr preferRelativeResize="0"/>
          <p:nvPr/>
        </p:nvPicPr>
        <p:blipFill rotWithShape="1">
          <a:blip r:embed="rId4">
            <a:alphaModFix/>
          </a:blip>
          <a:srcRect b="0" l="0" r="0" t="0"/>
          <a:stretch/>
        </p:blipFill>
        <p:spPr>
          <a:xfrm>
            <a:off x="8229600" y="0"/>
            <a:ext cx="914400" cy="914400"/>
          </a:xfrm>
          <a:prstGeom prst="rect">
            <a:avLst/>
          </a:prstGeom>
          <a:noFill/>
          <a:ln>
            <a:noFill/>
          </a:ln>
        </p:spPr>
      </p:pic>
    </p:spTree>
  </p:cSld>
  <p:clrMapOvr>
    <a:masterClrMapping/>
  </p:clrMapOvr>
  <p:transition spd="slow">
    <p:fade thruBlk="1"/>
  </p:transition>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3" name="Shape 343"/>
        <p:cNvGrpSpPr/>
        <p:nvPr/>
      </p:nvGrpSpPr>
      <p:grpSpPr>
        <a:xfrm>
          <a:off x="0" y="0"/>
          <a:ext cx="0" cy="0"/>
          <a:chOff x="0" y="0"/>
          <a:chExt cx="0" cy="0"/>
        </a:xfrm>
      </p:grpSpPr>
      <p:sp>
        <p:nvSpPr>
          <p:cNvPr id="344" name="Google Shape;344;p28"/>
          <p:cNvSpPr txBox="1"/>
          <p:nvPr>
            <p:ph type="title"/>
          </p:nvPr>
        </p:nvSpPr>
        <p:spPr>
          <a:xfrm>
            <a:off x="457200" y="76200"/>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C00000"/>
              </a:buClr>
              <a:buSzPts val="4400"/>
              <a:buFont typeface="Arial"/>
              <a:buNone/>
            </a:pPr>
            <a:r>
              <a:rPr b="1" i="0" lang="en-US" sz="4400" u="none">
                <a:solidFill>
                  <a:srgbClr val="C00000"/>
                </a:solidFill>
                <a:latin typeface="Arial"/>
                <a:ea typeface="Arial"/>
                <a:cs typeface="Arial"/>
                <a:sym typeface="Arial"/>
              </a:rPr>
              <a:t>Breadth-First Search</a:t>
            </a:r>
            <a:endParaRPr/>
          </a:p>
        </p:txBody>
      </p:sp>
      <p:pic>
        <p:nvPicPr>
          <p:cNvPr id="345" name="Google Shape;345;p28"/>
          <p:cNvPicPr preferRelativeResize="0"/>
          <p:nvPr>
            <p:ph idx="1" type="body"/>
          </p:nvPr>
        </p:nvPicPr>
        <p:blipFill rotWithShape="1">
          <a:blip r:embed="rId3">
            <a:alphaModFix/>
          </a:blip>
          <a:srcRect b="0" l="0" r="0" t="0"/>
          <a:stretch/>
        </p:blipFill>
        <p:spPr>
          <a:xfrm>
            <a:off x="2333625" y="2057400"/>
            <a:ext cx="4476750" cy="3609975"/>
          </a:xfrm>
          <a:prstGeom prst="rect">
            <a:avLst/>
          </a:prstGeom>
          <a:noFill/>
          <a:ln>
            <a:noFill/>
          </a:ln>
        </p:spPr>
      </p:pic>
      <p:sp>
        <p:nvSpPr>
          <p:cNvPr id="346" name="Google Shape;346;p28"/>
          <p:cNvSpPr txBox="1"/>
          <p:nvPr/>
        </p:nvSpPr>
        <p:spPr>
          <a:xfrm>
            <a:off x="6934200" y="6550025"/>
            <a:ext cx="2133600" cy="231775"/>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0" i="0" lang="en-US" sz="1400" u="none" cap="none" strike="noStrike">
                <a:solidFill>
                  <a:schemeClr val="dk1"/>
                </a:solidFill>
                <a:latin typeface="Arial"/>
                <a:ea typeface="Arial"/>
                <a:cs typeface="Arial"/>
                <a:sym typeface="Arial"/>
              </a:rPr>
              <a:t>‹#›</a:t>
            </a:fld>
            <a:endParaRPr/>
          </a:p>
        </p:txBody>
      </p:sp>
      <p:pic>
        <p:nvPicPr>
          <p:cNvPr id="347" name="Google Shape;347;p28"/>
          <p:cNvPicPr preferRelativeResize="0"/>
          <p:nvPr/>
        </p:nvPicPr>
        <p:blipFill rotWithShape="1">
          <a:blip r:embed="rId4">
            <a:alphaModFix/>
          </a:blip>
          <a:srcRect b="0" l="0" r="0" t="0"/>
          <a:stretch/>
        </p:blipFill>
        <p:spPr>
          <a:xfrm>
            <a:off x="8229600" y="0"/>
            <a:ext cx="914400" cy="914400"/>
          </a:xfrm>
          <a:prstGeom prst="rect">
            <a:avLst/>
          </a:prstGeom>
          <a:noFill/>
          <a:ln>
            <a:noFill/>
          </a:ln>
        </p:spPr>
      </p:pic>
    </p:spTree>
  </p:cSld>
  <p:clrMapOvr>
    <a:masterClrMapping/>
  </p:clrMapOvr>
  <p:transition spd="slow">
    <p:fade thruBlk="1"/>
  </p:transition>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 name="Shape 351"/>
        <p:cNvGrpSpPr/>
        <p:nvPr/>
      </p:nvGrpSpPr>
      <p:grpSpPr>
        <a:xfrm>
          <a:off x="0" y="0"/>
          <a:ext cx="0" cy="0"/>
          <a:chOff x="0" y="0"/>
          <a:chExt cx="0" cy="0"/>
        </a:xfrm>
      </p:grpSpPr>
      <p:sp>
        <p:nvSpPr>
          <p:cNvPr id="352" name="Google Shape;352;p29"/>
          <p:cNvSpPr txBox="1"/>
          <p:nvPr>
            <p:ph type="title"/>
          </p:nvPr>
        </p:nvSpPr>
        <p:spPr>
          <a:xfrm>
            <a:off x="457200" y="76200"/>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C00000"/>
              </a:buClr>
              <a:buSzPts val="4400"/>
              <a:buFont typeface="Arial"/>
              <a:buNone/>
            </a:pPr>
            <a:r>
              <a:rPr b="1" i="0" lang="en-US" sz="4400" u="none">
                <a:solidFill>
                  <a:srgbClr val="C00000"/>
                </a:solidFill>
                <a:latin typeface="Arial"/>
                <a:ea typeface="Arial"/>
                <a:cs typeface="Arial"/>
                <a:sym typeface="Arial"/>
              </a:rPr>
              <a:t>Breadth-First Search</a:t>
            </a:r>
            <a:endParaRPr/>
          </a:p>
        </p:txBody>
      </p:sp>
      <p:sp>
        <p:nvSpPr>
          <p:cNvPr id="353" name="Google Shape;353;p29"/>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1"/>
              </a:buClr>
              <a:buSzPts val="3200"/>
              <a:buFont typeface="Arial"/>
              <a:buChar char="•"/>
            </a:pPr>
            <a:r>
              <a:rPr b="0" i="0" lang="en-US" sz="3200" u="none">
                <a:solidFill>
                  <a:schemeClr val="dk1"/>
                </a:solidFill>
                <a:latin typeface="Arial"/>
                <a:ea typeface="Arial"/>
                <a:cs typeface="Arial"/>
                <a:sym typeface="Arial"/>
              </a:rPr>
              <a:t>Completeness: is a solution always found if one exists?</a:t>
            </a:r>
            <a:endParaRPr/>
          </a:p>
          <a:p>
            <a:pPr indent="-285750" lvl="1" marL="742950" rtl="0" algn="l">
              <a:lnSpc>
                <a:spcPct val="100000"/>
              </a:lnSpc>
              <a:spcBef>
                <a:spcPts val="560"/>
              </a:spcBef>
              <a:spcAft>
                <a:spcPts val="0"/>
              </a:spcAft>
              <a:buClr>
                <a:schemeClr val="dk1"/>
              </a:buClr>
              <a:buSzPts val="2800"/>
              <a:buFont typeface="Arial"/>
              <a:buChar char="–"/>
            </a:pPr>
            <a:r>
              <a:rPr b="0" i="0" lang="en-US" sz="2800" u="none">
                <a:solidFill>
                  <a:schemeClr val="dk1"/>
                </a:solidFill>
                <a:latin typeface="Arial"/>
                <a:ea typeface="Arial"/>
                <a:cs typeface="Arial"/>
                <a:sym typeface="Arial"/>
              </a:rPr>
              <a:t>YES</a:t>
            </a:r>
            <a:endParaRPr/>
          </a:p>
          <a:p>
            <a:pPr indent="-228600" lvl="2" marL="1143000" rtl="0" algn="l">
              <a:lnSpc>
                <a:spcPct val="100000"/>
              </a:lnSpc>
              <a:spcBef>
                <a:spcPts val="480"/>
              </a:spcBef>
              <a:spcAft>
                <a:spcPts val="0"/>
              </a:spcAft>
              <a:buClr>
                <a:schemeClr val="dk1"/>
              </a:buClr>
              <a:buSzPts val="2400"/>
              <a:buFont typeface="Arial"/>
              <a:buChar char="•"/>
            </a:pPr>
            <a:r>
              <a:rPr b="0" i="0" lang="en-US" sz="2400" u="none">
                <a:solidFill>
                  <a:schemeClr val="dk1"/>
                </a:solidFill>
                <a:latin typeface="Arial"/>
                <a:ea typeface="Arial"/>
                <a:cs typeface="Arial"/>
                <a:sym typeface="Arial"/>
              </a:rPr>
              <a:t>If shallowest goal node is at some finite depth </a:t>
            </a:r>
            <a:r>
              <a:rPr b="0" i="1" lang="en-US" sz="2400" u="none">
                <a:solidFill>
                  <a:schemeClr val="dk1"/>
                </a:solidFill>
                <a:latin typeface="Arial"/>
                <a:ea typeface="Arial"/>
                <a:cs typeface="Arial"/>
                <a:sym typeface="Arial"/>
              </a:rPr>
              <a:t>d</a:t>
            </a:r>
            <a:endParaRPr/>
          </a:p>
          <a:p>
            <a:pPr indent="-228600" lvl="2" marL="1143000" rtl="0" algn="l">
              <a:lnSpc>
                <a:spcPct val="100000"/>
              </a:lnSpc>
              <a:spcBef>
                <a:spcPts val="480"/>
              </a:spcBef>
              <a:spcAft>
                <a:spcPts val="0"/>
              </a:spcAft>
              <a:buClr>
                <a:schemeClr val="dk1"/>
              </a:buClr>
              <a:buSzPts val="2400"/>
              <a:buFont typeface="Arial"/>
              <a:buChar char="•"/>
            </a:pPr>
            <a:r>
              <a:rPr b="0" i="0" lang="en-US" sz="2400" u="none">
                <a:solidFill>
                  <a:schemeClr val="dk1"/>
                </a:solidFill>
                <a:latin typeface="Arial"/>
                <a:ea typeface="Arial"/>
                <a:cs typeface="Arial"/>
                <a:sym typeface="Arial"/>
              </a:rPr>
              <a:t>If branching factor </a:t>
            </a:r>
            <a:r>
              <a:rPr b="0" i="1" lang="en-US" sz="2400" u="none">
                <a:solidFill>
                  <a:schemeClr val="dk1"/>
                </a:solidFill>
                <a:latin typeface="Arial"/>
                <a:ea typeface="Arial"/>
                <a:cs typeface="Arial"/>
                <a:sym typeface="Arial"/>
              </a:rPr>
              <a:t>b </a:t>
            </a:r>
            <a:r>
              <a:rPr b="0" i="0" lang="en-US" sz="2400" u="none">
                <a:solidFill>
                  <a:schemeClr val="dk1"/>
                </a:solidFill>
                <a:latin typeface="Arial"/>
                <a:ea typeface="Arial"/>
                <a:cs typeface="Arial"/>
                <a:sym typeface="Arial"/>
              </a:rPr>
              <a:t>is finite</a:t>
            </a:r>
            <a:endParaRPr/>
          </a:p>
          <a:p>
            <a:pPr indent="-342900" lvl="0" marL="342900" rtl="0" algn="l">
              <a:lnSpc>
                <a:spcPct val="100000"/>
              </a:lnSpc>
              <a:spcBef>
                <a:spcPts val="640"/>
              </a:spcBef>
              <a:spcAft>
                <a:spcPts val="0"/>
              </a:spcAft>
              <a:buClr>
                <a:schemeClr val="dk1"/>
              </a:buClr>
              <a:buSzPts val="3200"/>
              <a:buFont typeface="Arial"/>
              <a:buChar char="•"/>
            </a:pPr>
            <a:r>
              <a:rPr b="0" i="0" lang="en-US" sz="3200" u="none">
                <a:solidFill>
                  <a:schemeClr val="dk1"/>
                </a:solidFill>
                <a:latin typeface="Arial"/>
                <a:ea typeface="Arial"/>
                <a:cs typeface="Arial"/>
                <a:sym typeface="Arial"/>
              </a:rPr>
              <a:t>BF search is optimal if the path cost is a non-decreasing function of the depth of the node</a:t>
            </a:r>
            <a:endParaRPr/>
          </a:p>
          <a:p>
            <a:pPr indent="-139700" lvl="0" marL="342900" rtl="0" algn="l">
              <a:spcBef>
                <a:spcPts val="640"/>
              </a:spcBef>
              <a:spcAft>
                <a:spcPts val="0"/>
              </a:spcAft>
              <a:buClr>
                <a:schemeClr val="dk1"/>
              </a:buClr>
              <a:buSzPts val="3200"/>
              <a:buFont typeface="Arial"/>
              <a:buNone/>
            </a:pPr>
            <a:r>
              <a:t/>
            </a:r>
            <a:endParaRPr b="0" i="0" sz="3200" u="none">
              <a:solidFill>
                <a:schemeClr val="dk1"/>
              </a:solidFill>
              <a:latin typeface="Arial"/>
              <a:ea typeface="Arial"/>
              <a:cs typeface="Arial"/>
              <a:sym typeface="Arial"/>
            </a:endParaRPr>
          </a:p>
        </p:txBody>
      </p:sp>
      <p:sp>
        <p:nvSpPr>
          <p:cNvPr id="354" name="Google Shape;354;p29"/>
          <p:cNvSpPr txBox="1"/>
          <p:nvPr/>
        </p:nvSpPr>
        <p:spPr>
          <a:xfrm>
            <a:off x="6934200" y="6550025"/>
            <a:ext cx="2133600" cy="231775"/>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0" i="0" lang="en-US" sz="1400" u="none" cap="none" strike="noStrike">
                <a:solidFill>
                  <a:schemeClr val="dk1"/>
                </a:solidFill>
                <a:latin typeface="Arial"/>
                <a:ea typeface="Arial"/>
                <a:cs typeface="Arial"/>
                <a:sym typeface="Arial"/>
              </a:rPr>
              <a:t>‹#›</a:t>
            </a:fld>
            <a:endParaRPr/>
          </a:p>
        </p:txBody>
      </p:sp>
      <p:pic>
        <p:nvPicPr>
          <p:cNvPr id="355" name="Google Shape;355;p29"/>
          <p:cNvPicPr preferRelativeResize="0"/>
          <p:nvPr/>
        </p:nvPicPr>
        <p:blipFill rotWithShape="1">
          <a:blip r:embed="rId3">
            <a:alphaModFix/>
          </a:blip>
          <a:srcRect b="0" l="0" r="0" t="0"/>
          <a:stretch/>
        </p:blipFill>
        <p:spPr>
          <a:xfrm>
            <a:off x="8229600" y="0"/>
            <a:ext cx="914400" cy="914400"/>
          </a:xfrm>
          <a:prstGeom prst="rect">
            <a:avLst/>
          </a:prstGeom>
          <a:noFill/>
          <a:ln>
            <a:noFill/>
          </a:ln>
        </p:spPr>
      </p:pic>
    </p:spTree>
  </p:cSld>
  <p:clrMapOvr>
    <a:masterClrMapping/>
  </p:clrMapOvr>
  <p:transition spd="slow">
    <p:fade thruBlk="1"/>
  </p:transition>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9" name="Shape 359"/>
        <p:cNvGrpSpPr/>
        <p:nvPr/>
      </p:nvGrpSpPr>
      <p:grpSpPr>
        <a:xfrm>
          <a:off x="0" y="0"/>
          <a:ext cx="0" cy="0"/>
          <a:chOff x="0" y="0"/>
          <a:chExt cx="0" cy="0"/>
        </a:xfrm>
      </p:grpSpPr>
      <p:sp>
        <p:nvSpPr>
          <p:cNvPr id="360" name="Google Shape;360;p30"/>
          <p:cNvSpPr txBox="1"/>
          <p:nvPr>
            <p:ph type="title"/>
          </p:nvPr>
        </p:nvSpPr>
        <p:spPr>
          <a:xfrm>
            <a:off x="457200" y="76200"/>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C00000"/>
              </a:buClr>
              <a:buSzPts val="4400"/>
              <a:buFont typeface="Arial"/>
              <a:buNone/>
            </a:pPr>
            <a:r>
              <a:rPr b="1" i="0" lang="en-US" sz="4400" u="none">
                <a:solidFill>
                  <a:srgbClr val="C00000"/>
                </a:solidFill>
                <a:latin typeface="Arial"/>
                <a:ea typeface="Arial"/>
                <a:cs typeface="Arial"/>
                <a:sym typeface="Arial"/>
              </a:rPr>
              <a:t>Breadth-First Search</a:t>
            </a:r>
            <a:endParaRPr/>
          </a:p>
        </p:txBody>
      </p:sp>
      <p:sp>
        <p:nvSpPr>
          <p:cNvPr id="361" name="Google Shape;361;p30"/>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rtl="0" algn="just">
              <a:lnSpc>
                <a:spcPct val="100000"/>
              </a:lnSpc>
              <a:spcBef>
                <a:spcPts val="0"/>
              </a:spcBef>
              <a:spcAft>
                <a:spcPts val="0"/>
              </a:spcAft>
              <a:buClr>
                <a:schemeClr val="dk1"/>
              </a:buClr>
              <a:buSzPts val="2800"/>
              <a:buFont typeface="Arial"/>
              <a:buChar char="•"/>
            </a:pPr>
            <a:r>
              <a:rPr b="0" i="0" lang="en-US" sz="2800" u="none">
                <a:solidFill>
                  <a:schemeClr val="dk1"/>
                </a:solidFill>
                <a:latin typeface="Arial"/>
                <a:ea typeface="Arial"/>
                <a:cs typeface="Arial"/>
                <a:sym typeface="Arial"/>
              </a:rPr>
              <a:t>Time complexity: Assume a state space where every state has </a:t>
            </a:r>
            <a:r>
              <a:rPr b="0" i="1" lang="en-US" sz="2800" u="none">
                <a:solidFill>
                  <a:schemeClr val="dk1"/>
                </a:solidFill>
                <a:latin typeface="Arial"/>
                <a:ea typeface="Arial"/>
                <a:cs typeface="Arial"/>
                <a:sym typeface="Arial"/>
              </a:rPr>
              <a:t>b </a:t>
            </a:r>
            <a:r>
              <a:rPr b="0" i="0" lang="en-US" sz="2800" u="none">
                <a:solidFill>
                  <a:schemeClr val="dk1"/>
                </a:solidFill>
                <a:latin typeface="Arial"/>
                <a:ea typeface="Arial"/>
                <a:cs typeface="Arial"/>
                <a:sym typeface="Arial"/>
              </a:rPr>
              <a:t>successors</a:t>
            </a:r>
            <a:endParaRPr/>
          </a:p>
          <a:p>
            <a:pPr indent="-285750" lvl="1" marL="742950" rtl="0" algn="just">
              <a:lnSpc>
                <a:spcPct val="100000"/>
              </a:lnSpc>
              <a:spcBef>
                <a:spcPts val="480"/>
              </a:spcBef>
              <a:spcAft>
                <a:spcPts val="0"/>
              </a:spcAft>
              <a:buClr>
                <a:schemeClr val="dk1"/>
              </a:buClr>
              <a:buSzPts val="2400"/>
              <a:buFont typeface="Arial"/>
              <a:buChar char="–"/>
            </a:pPr>
            <a:r>
              <a:rPr b="0" i="0" lang="en-US" sz="2400" u="none">
                <a:solidFill>
                  <a:schemeClr val="dk1"/>
                </a:solidFill>
                <a:latin typeface="Arial"/>
                <a:ea typeface="Arial"/>
                <a:cs typeface="Arial"/>
                <a:sym typeface="Arial"/>
              </a:rPr>
              <a:t>Assume solution is at depth </a:t>
            </a:r>
            <a:r>
              <a:rPr b="0" i="1" lang="en-US" sz="2400" u="none">
                <a:solidFill>
                  <a:schemeClr val="dk1"/>
                </a:solidFill>
                <a:latin typeface="Arial"/>
                <a:ea typeface="Arial"/>
                <a:cs typeface="Arial"/>
                <a:sym typeface="Arial"/>
              </a:rPr>
              <a:t>d</a:t>
            </a:r>
            <a:endParaRPr/>
          </a:p>
          <a:p>
            <a:pPr indent="-285750" lvl="1" marL="742950" rtl="0" algn="just">
              <a:lnSpc>
                <a:spcPct val="100000"/>
              </a:lnSpc>
              <a:spcBef>
                <a:spcPts val="480"/>
              </a:spcBef>
              <a:spcAft>
                <a:spcPts val="0"/>
              </a:spcAft>
              <a:buClr>
                <a:schemeClr val="dk1"/>
              </a:buClr>
              <a:buSzPts val="2400"/>
              <a:buFont typeface="Arial"/>
              <a:buChar char="–"/>
            </a:pPr>
            <a:r>
              <a:rPr b="0" i="0" lang="en-US" sz="2400" u="none">
                <a:solidFill>
                  <a:schemeClr val="dk1"/>
                </a:solidFill>
                <a:latin typeface="Arial"/>
                <a:ea typeface="Arial"/>
                <a:cs typeface="Arial"/>
                <a:sym typeface="Arial"/>
              </a:rPr>
              <a:t>Worst case: expand all but the last node at depth </a:t>
            </a:r>
            <a:r>
              <a:rPr b="0" i="1" lang="en-US" sz="2400" u="none">
                <a:solidFill>
                  <a:schemeClr val="dk1"/>
                </a:solidFill>
                <a:latin typeface="Arial"/>
                <a:ea typeface="Arial"/>
                <a:cs typeface="Arial"/>
                <a:sym typeface="Arial"/>
              </a:rPr>
              <a:t>d</a:t>
            </a:r>
            <a:endParaRPr/>
          </a:p>
          <a:p>
            <a:pPr indent="-285750" lvl="1" marL="742950" rtl="0" algn="just">
              <a:lnSpc>
                <a:spcPct val="100000"/>
              </a:lnSpc>
              <a:spcBef>
                <a:spcPts val="480"/>
              </a:spcBef>
              <a:spcAft>
                <a:spcPts val="0"/>
              </a:spcAft>
              <a:buClr>
                <a:schemeClr val="dk1"/>
              </a:buClr>
              <a:buSzPts val="2400"/>
              <a:buFont typeface="Arial"/>
              <a:buChar char="–"/>
            </a:pPr>
            <a:r>
              <a:rPr b="0" i="0" lang="en-US" sz="2400" u="none">
                <a:solidFill>
                  <a:schemeClr val="dk1"/>
                </a:solidFill>
                <a:latin typeface="Arial"/>
                <a:ea typeface="Arial"/>
                <a:cs typeface="Arial"/>
                <a:sym typeface="Arial"/>
              </a:rPr>
              <a:t>Total number of nodes generated:</a:t>
            </a:r>
            <a:endParaRPr/>
          </a:p>
          <a:p>
            <a:pPr indent="-285750" lvl="1" marL="742950" rtl="0" algn="just">
              <a:lnSpc>
                <a:spcPct val="100000"/>
              </a:lnSpc>
              <a:spcBef>
                <a:spcPts val="480"/>
              </a:spcBef>
              <a:spcAft>
                <a:spcPts val="0"/>
              </a:spcAft>
              <a:buClr>
                <a:schemeClr val="dk1"/>
              </a:buClr>
              <a:buSzPts val="2400"/>
              <a:buFont typeface="Arial"/>
              <a:buChar char="–"/>
            </a:pPr>
            <a:r>
              <a:rPr b="0" i="1" lang="en-US" sz="2400" u="none">
                <a:solidFill>
                  <a:schemeClr val="dk1"/>
                </a:solidFill>
                <a:latin typeface="Arial"/>
                <a:ea typeface="Arial"/>
                <a:cs typeface="Arial"/>
                <a:sym typeface="Arial"/>
              </a:rPr>
              <a:t>b </a:t>
            </a:r>
            <a:r>
              <a:rPr b="0" i="0" lang="en-US" sz="2400" u="none">
                <a:solidFill>
                  <a:schemeClr val="dk1"/>
                </a:solidFill>
                <a:latin typeface="Arial"/>
                <a:ea typeface="Arial"/>
                <a:cs typeface="Arial"/>
                <a:sym typeface="Arial"/>
              </a:rPr>
              <a:t>+ </a:t>
            </a:r>
            <a:r>
              <a:rPr b="0" i="1" lang="en-US" sz="2400" u="none">
                <a:solidFill>
                  <a:schemeClr val="dk1"/>
                </a:solidFill>
                <a:latin typeface="Arial"/>
                <a:ea typeface="Arial"/>
                <a:cs typeface="Arial"/>
                <a:sym typeface="Arial"/>
              </a:rPr>
              <a:t>b</a:t>
            </a:r>
            <a:r>
              <a:rPr b="0" baseline="30000" i="0" lang="en-US" sz="2400" u="none">
                <a:solidFill>
                  <a:schemeClr val="dk1"/>
                </a:solidFill>
                <a:latin typeface="Arial"/>
                <a:ea typeface="Arial"/>
                <a:cs typeface="Arial"/>
                <a:sym typeface="Arial"/>
              </a:rPr>
              <a:t>2</a:t>
            </a:r>
            <a:r>
              <a:rPr b="0" i="0" lang="en-US" sz="2400" u="none">
                <a:solidFill>
                  <a:schemeClr val="dk1"/>
                </a:solidFill>
                <a:latin typeface="Arial"/>
                <a:ea typeface="Arial"/>
                <a:cs typeface="Arial"/>
                <a:sym typeface="Arial"/>
              </a:rPr>
              <a:t> + </a:t>
            </a:r>
            <a:r>
              <a:rPr b="0" i="1" lang="en-US" sz="2400" u="none">
                <a:solidFill>
                  <a:schemeClr val="dk1"/>
                </a:solidFill>
                <a:latin typeface="Arial"/>
                <a:ea typeface="Arial"/>
                <a:cs typeface="Arial"/>
                <a:sym typeface="Arial"/>
              </a:rPr>
              <a:t>b</a:t>
            </a:r>
            <a:r>
              <a:rPr b="0" baseline="30000" i="0" lang="en-US" sz="2400" u="none">
                <a:solidFill>
                  <a:schemeClr val="dk1"/>
                </a:solidFill>
                <a:latin typeface="Arial"/>
                <a:ea typeface="Arial"/>
                <a:cs typeface="Arial"/>
                <a:sym typeface="Arial"/>
              </a:rPr>
              <a:t>3</a:t>
            </a:r>
            <a:r>
              <a:rPr b="0" i="0" lang="en-US" sz="2400" u="none">
                <a:solidFill>
                  <a:schemeClr val="dk1"/>
                </a:solidFill>
                <a:latin typeface="Arial"/>
                <a:ea typeface="Arial"/>
                <a:cs typeface="Arial"/>
                <a:sym typeface="Arial"/>
              </a:rPr>
              <a:t> + ...+ </a:t>
            </a:r>
            <a:r>
              <a:rPr b="0" i="1" lang="en-US" sz="2400" u="none">
                <a:solidFill>
                  <a:schemeClr val="dk1"/>
                </a:solidFill>
                <a:latin typeface="Arial"/>
                <a:ea typeface="Arial"/>
                <a:cs typeface="Arial"/>
                <a:sym typeface="Arial"/>
              </a:rPr>
              <a:t>b</a:t>
            </a:r>
            <a:r>
              <a:rPr b="0" baseline="30000" i="1" lang="en-US" sz="2400" u="none">
                <a:solidFill>
                  <a:schemeClr val="dk1"/>
                </a:solidFill>
                <a:latin typeface="Arial"/>
                <a:ea typeface="Arial"/>
                <a:cs typeface="Arial"/>
                <a:sym typeface="Arial"/>
              </a:rPr>
              <a:t>d</a:t>
            </a:r>
            <a:r>
              <a:rPr b="0" i="1" lang="en-US" sz="2400" u="none">
                <a:solidFill>
                  <a:schemeClr val="dk1"/>
                </a:solidFill>
                <a:latin typeface="Arial"/>
                <a:ea typeface="Arial"/>
                <a:cs typeface="Arial"/>
                <a:sym typeface="Arial"/>
              </a:rPr>
              <a:t> </a:t>
            </a:r>
            <a:r>
              <a:rPr b="0" i="0" lang="en-US" sz="2400" u="none">
                <a:solidFill>
                  <a:schemeClr val="dk1"/>
                </a:solidFill>
                <a:latin typeface="Arial"/>
                <a:ea typeface="Arial"/>
                <a:cs typeface="Arial"/>
                <a:sym typeface="Arial"/>
              </a:rPr>
              <a:t>+ (</a:t>
            </a:r>
            <a:r>
              <a:rPr b="0" i="1" lang="en-US" sz="2400" u="none">
                <a:solidFill>
                  <a:schemeClr val="dk1"/>
                </a:solidFill>
                <a:latin typeface="Arial"/>
                <a:ea typeface="Arial"/>
                <a:cs typeface="Arial"/>
                <a:sym typeface="Arial"/>
              </a:rPr>
              <a:t>b</a:t>
            </a:r>
            <a:r>
              <a:rPr b="0" baseline="30000" i="1" lang="en-US" sz="2400" u="none">
                <a:solidFill>
                  <a:schemeClr val="dk1"/>
                </a:solidFill>
                <a:latin typeface="Arial"/>
                <a:ea typeface="Arial"/>
                <a:cs typeface="Arial"/>
                <a:sym typeface="Arial"/>
              </a:rPr>
              <a:t>d </a:t>
            </a:r>
            <a:r>
              <a:rPr b="0" baseline="30000" i="0" lang="en-US" sz="2400" u="none">
                <a:solidFill>
                  <a:schemeClr val="dk1"/>
                </a:solidFill>
                <a:latin typeface="Arial"/>
                <a:ea typeface="Arial"/>
                <a:cs typeface="Arial"/>
                <a:sym typeface="Arial"/>
              </a:rPr>
              <a:t>+1</a:t>
            </a:r>
            <a:r>
              <a:rPr b="0" i="0" lang="en-US" sz="2400" u="none">
                <a:solidFill>
                  <a:schemeClr val="dk1"/>
                </a:solidFill>
                <a:latin typeface="Arial"/>
                <a:ea typeface="Arial"/>
                <a:cs typeface="Arial"/>
                <a:sym typeface="Arial"/>
              </a:rPr>
              <a:t>− </a:t>
            </a:r>
            <a:r>
              <a:rPr b="0" i="1" lang="en-US" sz="2400" u="none">
                <a:solidFill>
                  <a:schemeClr val="dk1"/>
                </a:solidFill>
                <a:latin typeface="Arial"/>
                <a:ea typeface="Arial"/>
                <a:cs typeface="Arial"/>
                <a:sym typeface="Arial"/>
              </a:rPr>
              <a:t>b</a:t>
            </a:r>
            <a:r>
              <a:rPr b="0" i="0" lang="en-US" sz="2400" u="none">
                <a:solidFill>
                  <a:schemeClr val="dk1"/>
                </a:solidFill>
                <a:latin typeface="Arial"/>
                <a:ea typeface="Arial"/>
                <a:cs typeface="Arial"/>
                <a:sym typeface="Arial"/>
              </a:rPr>
              <a:t>) = </a:t>
            </a:r>
            <a:r>
              <a:rPr b="0" i="1" lang="en-US" sz="2400" u="none">
                <a:solidFill>
                  <a:schemeClr val="dk1"/>
                </a:solidFill>
                <a:latin typeface="Arial"/>
                <a:ea typeface="Arial"/>
                <a:cs typeface="Arial"/>
                <a:sym typeface="Arial"/>
              </a:rPr>
              <a:t>O</a:t>
            </a:r>
            <a:r>
              <a:rPr b="0" i="0" lang="en-US" sz="2400" u="none">
                <a:solidFill>
                  <a:schemeClr val="dk1"/>
                </a:solidFill>
                <a:latin typeface="Arial"/>
                <a:ea typeface="Arial"/>
                <a:cs typeface="Arial"/>
                <a:sym typeface="Arial"/>
              </a:rPr>
              <a:t>(</a:t>
            </a:r>
            <a:r>
              <a:rPr b="0" i="1" lang="en-US" sz="2400" u="none">
                <a:solidFill>
                  <a:schemeClr val="dk1"/>
                </a:solidFill>
                <a:latin typeface="Arial"/>
                <a:ea typeface="Arial"/>
                <a:cs typeface="Arial"/>
                <a:sym typeface="Arial"/>
              </a:rPr>
              <a:t>b</a:t>
            </a:r>
            <a:r>
              <a:rPr b="0" baseline="30000" i="1" lang="en-US" sz="2400" u="none">
                <a:solidFill>
                  <a:schemeClr val="dk1"/>
                </a:solidFill>
                <a:latin typeface="Arial"/>
                <a:ea typeface="Arial"/>
                <a:cs typeface="Arial"/>
                <a:sym typeface="Arial"/>
              </a:rPr>
              <a:t>d </a:t>
            </a:r>
            <a:r>
              <a:rPr b="0" baseline="30000" i="0" lang="en-US" sz="2400" u="none">
                <a:solidFill>
                  <a:schemeClr val="dk1"/>
                </a:solidFill>
                <a:latin typeface="Arial"/>
                <a:ea typeface="Arial"/>
                <a:cs typeface="Arial"/>
                <a:sym typeface="Arial"/>
              </a:rPr>
              <a:t>+1</a:t>
            </a:r>
            <a:r>
              <a:rPr b="0" i="0" lang="en-US" sz="2400" u="none">
                <a:solidFill>
                  <a:schemeClr val="dk1"/>
                </a:solidFill>
                <a:latin typeface="Arial"/>
                <a:ea typeface="Arial"/>
                <a:cs typeface="Arial"/>
                <a:sym typeface="Arial"/>
              </a:rPr>
              <a:t>)</a:t>
            </a:r>
            <a:endParaRPr/>
          </a:p>
          <a:p>
            <a:pPr indent="-342900" lvl="0" marL="342900" rtl="0" algn="just">
              <a:lnSpc>
                <a:spcPct val="100000"/>
              </a:lnSpc>
              <a:spcBef>
                <a:spcPts val="560"/>
              </a:spcBef>
              <a:spcAft>
                <a:spcPts val="0"/>
              </a:spcAft>
              <a:buClr>
                <a:schemeClr val="dk1"/>
              </a:buClr>
              <a:buSzPts val="2800"/>
              <a:buFont typeface="Arial"/>
              <a:buChar char="•"/>
            </a:pPr>
            <a:r>
              <a:rPr b="0" i="0" lang="en-US" sz="2800" u="none">
                <a:solidFill>
                  <a:schemeClr val="dk1"/>
                </a:solidFill>
                <a:latin typeface="Arial"/>
                <a:ea typeface="Arial"/>
                <a:cs typeface="Arial"/>
                <a:sym typeface="Arial"/>
              </a:rPr>
              <a:t> Space complexity: every node generated must remain in memory, so same as time complexity</a:t>
            </a:r>
            <a:endParaRPr/>
          </a:p>
        </p:txBody>
      </p:sp>
      <p:sp>
        <p:nvSpPr>
          <p:cNvPr id="362" name="Google Shape;362;p30"/>
          <p:cNvSpPr txBox="1"/>
          <p:nvPr/>
        </p:nvSpPr>
        <p:spPr>
          <a:xfrm>
            <a:off x="6934200" y="6550025"/>
            <a:ext cx="2133600" cy="231775"/>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0" i="0" lang="en-US" sz="1400" u="none" cap="none" strike="noStrike">
                <a:solidFill>
                  <a:schemeClr val="dk1"/>
                </a:solidFill>
                <a:latin typeface="Arial"/>
                <a:ea typeface="Arial"/>
                <a:cs typeface="Arial"/>
                <a:sym typeface="Arial"/>
              </a:rPr>
              <a:t>‹#›</a:t>
            </a:fld>
            <a:endParaRPr/>
          </a:p>
        </p:txBody>
      </p:sp>
      <p:pic>
        <p:nvPicPr>
          <p:cNvPr id="363" name="Google Shape;363;p30"/>
          <p:cNvPicPr preferRelativeResize="0"/>
          <p:nvPr/>
        </p:nvPicPr>
        <p:blipFill rotWithShape="1">
          <a:blip r:embed="rId3">
            <a:alphaModFix/>
          </a:blip>
          <a:srcRect b="0" l="0" r="0" t="0"/>
          <a:stretch/>
        </p:blipFill>
        <p:spPr>
          <a:xfrm>
            <a:off x="8229600" y="0"/>
            <a:ext cx="914400" cy="914400"/>
          </a:xfrm>
          <a:prstGeom prst="rect">
            <a:avLst/>
          </a:prstGeom>
          <a:noFill/>
          <a:ln>
            <a:noFill/>
          </a:ln>
        </p:spPr>
      </p:pic>
    </p:spTree>
  </p:cSld>
  <p:clrMapOvr>
    <a:masterClrMapping/>
  </p:clrMapOvr>
  <p:transition spd="slow">
    <p:fade thruBlk="1"/>
  </p:transition>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p31"/>
          <p:cNvSpPr txBox="1"/>
          <p:nvPr>
            <p:ph type="title"/>
          </p:nvPr>
        </p:nvSpPr>
        <p:spPr>
          <a:xfrm>
            <a:off x="457200" y="76200"/>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C00000"/>
              </a:buClr>
              <a:buSzPts val="4400"/>
              <a:buFont typeface="Arial"/>
              <a:buNone/>
            </a:pPr>
            <a:r>
              <a:rPr b="1" i="0" lang="en-US" sz="4400" u="none">
                <a:solidFill>
                  <a:srgbClr val="C00000"/>
                </a:solidFill>
                <a:latin typeface="Arial"/>
                <a:ea typeface="Arial"/>
                <a:cs typeface="Arial"/>
                <a:sym typeface="Arial"/>
              </a:rPr>
              <a:t>Breadth-First Search</a:t>
            </a:r>
            <a:endParaRPr/>
          </a:p>
        </p:txBody>
      </p:sp>
      <p:sp>
        <p:nvSpPr>
          <p:cNvPr id="369" name="Google Shape;369;p31"/>
          <p:cNvSpPr txBox="1"/>
          <p:nvPr>
            <p:ph idx="1" type="body"/>
          </p:nvPr>
        </p:nvSpPr>
        <p:spPr>
          <a:xfrm>
            <a:off x="457200" y="1447800"/>
            <a:ext cx="8229600" cy="1219200"/>
          </a:xfrm>
          <a:prstGeom prst="rect">
            <a:avLst/>
          </a:prstGeom>
          <a:noFill/>
          <a:ln>
            <a:noFill/>
          </a:ln>
        </p:spPr>
        <p:txBody>
          <a:bodyPr anchorCtr="0" anchor="t" bIns="45700" lIns="91425" spcFirstLastPara="1" rIns="91425" wrap="square" tIns="45700">
            <a:noAutofit/>
          </a:bodyPr>
          <a:lstStyle/>
          <a:p>
            <a:pPr indent="-342900" lvl="0" marL="342900" rtl="0" algn="just">
              <a:lnSpc>
                <a:spcPct val="100000"/>
              </a:lnSpc>
              <a:spcBef>
                <a:spcPts val="0"/>
              </a:spcBef>
              <a:spcAft>
                <a:spcPts val="0"/>
              </a:spcAft>
              <a:buClr>
                <a:schemeClr val="dk1"/>
              </a:buClr>
              <a:buSzPts val="2400"/>
              <a:buFont typeface="Arial"/>
              <a:buChar char="•"/>
            </a:pPr>
            <a:r>
              <a:rPr b="0" i="0" lang="en-US" sz="2400" u="none">
                <a:solidFill>
                  <a:schemeClr val="dk1"/>
                </a:solidFill>
                <a:latin typeface="Arial"/>
                <a:ea typeface="Arial"/>
                <a:cs typeface="Arial"/>
                <a:sym typeface="Arial"/>
              </a:rPr>
              <a:t>Memory requirements are a bigger problem than execution time.</a:t>
            </a:r>
            <a:endParaRPr/>
          </a:p>
        </p:txBody>
      </p:sp>
      <p:pic>
        <p:nvPicPr>
          <p:cNvPr id="370" name="Google Shape;370;p31"/>
          <p:cNvPicPr preferRelativeResize="0"/>
          <p:nvPr>
            <p:ph idx="1" type="body"/>
          </p:nvPr>
        </p:nvPicPr>
        <p:blipFill rotWithShape="1">
          <a:blip r:embed="rId3">
            <a:alphaModFix/>
          </a:blip>
          <a:srcRect b="0" l="0" r="0" t="0"/>
          <a:stretch/>
        </p:blipFill>
        <p:spPr>
          <a:xfrm>
            <a:off x="533400" y="2590800"/>
            <a:ext cx="8224837" cy="3505200"/>
          </a:xfrm>
          <a:prstGeom prst="rect">
            <a:avLst/>
          </a:prstGeom>
          <a:noFill/>
          <a:ln>
            <a:noFill/>
          </a:ln>
        </p:spPr>
      </p:pic>
      <p:sp>
        <p:nvSpPr>
          <p:cNvPr id="371" name="Google Shape;371;p31"/>
          <p:cNvSpPr txBox="1"/>
          <p:nvPr/>
        </p:nvSpPr>
        <p:spPr>
          <a:xfrm>
            <a:off x="6934200" y="6550025"/>
            <a:ext cx="2133600" cy="231775"/>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0" i="0" lang="en-US" sz="1400" u="none" cap="none" strike="noStrike">
                <a:solidFill>
                  <a:schemeClr val="dk1"/>
                </a:solidFill>
                <a:latin typeface="Arial"/>
                <a:ea typeface="Arial"/>
                <a:cs typeface="Arial"/>
                <a:sym typeface="Arial"/>
              </a:rPr>
              <a:t>‹#›</a:t>
            </a:fld>
            <a:endParaRPr/>
          </a:p>
        </p:txBody>
      </p:sp>
      <p:pic>
        <p:nvPicPr>
          <p:cNvPr id="372" name="Google Shape;372;p31"/>
          <p:cNvPicPr preferRelativeResize="0"/>
          <p:nvPr/>
        </p:nvPicPr>
        <p:blipFill rotWithShape="1">
          <a:blip r:embed="rId4">
            <a:alphaModFix/>
          </a:blip>
          <a:srcRect b="0" l="0" r="0" t="0"/>
          <a:stretch/>
        </p:blipFill>
        <p:spPr>
          <a:xfrm>
            <a:off x="8229600" y="0"/>
            <a:ext cx="914400" cy="914400"/>
          </a:xfrm>
          <a:prstGeom prst="rect">
            <a:avLst/>
          </a:prstGeom>
          <a:noFill/>
          <a:ln>
            <a:noFill/>
          </a:ln>
        </p:spPr>
      </p:pic>
    </p:spTree>
  </p:cSld>
  <p:clrMapOvr>
    <a:masterClrMapping/>
  </p:clrMapOvr>
  <p:transition spd="slow">
    <p:fade thruBlk="1"/>
  </p:transition>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6" name="Shape 376"/>
        <p:cNvGrpSpPr/>
        <p:nvPr/>
      </p:nvGrpSpPr>
      <p:grpSpPr>
        <a:xfrm>
          <a:off x="0" y="0"/>
          <a:ext cx="0" cy="0"/>
          <a:chOff x="0" y="0"/>
          <a:chExt cx="0" cy="0"/>
        </a:xfrm>
      </p:grpSpPr>
      <p:sp>
        <p:nvSpPr>
          <p:cNvPr id="377" name="Google Shape;377;p32"/>
          <p:cNvSpPr txBox="1"/>
          <p:nvPr>
            <p:ph type="title"/>
          </p:nvPr>
        </p:nvSpPr>
        <p:spPr>
          <a:xfrm>
            <a:off x="457200" y="76200"/>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C00000"/>
              </a:buClr>
              <a:buSzPts val="4400"/>
              <a:buFont typeface="Arial"/>
              <a:buNone/>
            </a:pPr>
            <a:r>
              <a:rPr b="1" i="0" lang="en-US" sz="4400" u="none">
                <a:solidFill>
                  <a:srgbClr val="C00000"/>
                </a:solidFill>
                <a:latin typeface="Arial"/>
                <a:ea typeface="Arial"/>
                <a:cs typeface="Arial"/>
                <a:sym typeface="Arial"/>
              </a:rPr>
              <a:t>Uniform-Cost Search</a:t>
            </a:r>
            <a:endParaRPr/>
          </a:p>
        </p:txBody>
      </p:sp>
      <p:sp>
        <p:nvSpPr>
          <p:cNvPr id="378" name="Google Shape;378;p32"/>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rtl="0" algn="just">
              <a:lnSpc>
                <a:spcPct val="100000"/>
              </a:lnSpc>
              <a:spcBef>
                <a:spcPts val="0"/>
              </a:spcBef>
              <a:spcAft>
                <a:spcPts val="0"/>
              </a:spcAft>
              <a:buClr>
                <a:schemeClr val="dk1"/>
              </a:buClr>
              <a:buSzPts val="3200"/>
              <a:buFont typeface="Arial"/>
              <a:buChar char="•"/>
            </a:pPr>
            <a:r>
              <a:rPr b="0" i="0" lang="en-US" sz="3200" u="none">
                <a:solidFill>
                  <a:schemeClr val="dk1"/>
                </a:solidFill>
                <a:latin typeface="Arial"/>
                <a:ea typeface="Arial"/>
                <a:cs typeface="Arial"/>
                <a:sym typeface="Arial"/>
              </a:rPr>
              <a:t>Extension of BF-search:</a:t>
            </a:r>
            <a:endParaRPr/>
          </a:p>
          <a:p>
            <a:pPr indent="-285750" lvl="1" marL="742950" rtl="0" algn="just">
              <a:lnSpc>
                <a:spcPct val="100000"/>
              </a:lnSpc>
              <a:spcBef>
                <a:spcPts val="560"/>
              </a:spcBef>
              <a:spcAft>
                <a:spcPts val="0"/>
              </a:spcAft>
              <a:buClr>
                <a:schemeClr val="dk1"/>
              </a:buClr>
              <a:buSzPts val="2800"/>
              <a:buFont typeface="Arial"/>
              <a:buChar char="–"/>
            </a:pPr>
            <a:r>
              <a:rPr b="0" i="0" lang="en-US" sz="2800" u="none">
                <a:solidFill>
                  <a:schemeClr val="dk1"/>
                </a:solidFill>
                <a:latin typeface="Arial"/>
                <a:ea typeface="Arial"/>
                <a:cs typeface="Arial"/>
                <a:sym typeface="Arial"/>
              </a:rPr>
              <a:t>Expand node with </a:t>
            </a:r>
            <a:r>
              <a:rPr b="0" i="1" lang="en-US" sz="2800" u="none">
                <a:solidFill>
                  <a:schemeClr val="dk1"/>
                </a:solidFill>
                <a:latin typeface="Arial"/>
                <a:ea typeface="Arial"/>
                <a:cs typeface="Arial"/>
                <a:sym typeface="Arial"/>
              </a:rPr>
              <a:t>lowest path cost</a:t>
            </a:r>
            <a:endParaRPr/>
          </a:p>
          <a:p>
            <a:pPr indent="-342900" lvl="0" marL="342900" rtl="0" algn="just">
              <a:lnSpc>
                <a:spcPct val="100000"/>
              </a:lnSpc>
              <a:spcBef>
                <a:spcPts val="640"/>
              </a:spcBef>
              <a:spcAft>
                <a:spcPts val="0"/>
              </a:spcAft>
              <a:buClr>
                <a:schemeClr val="dk1"/>
              </a:buClr>
              <a:buSzPts val="3200"/>
              <a:buFont typeface="Arial"/>
              <a:buChar char="•"/>
            </a:pPr>
            <a:r>
              <a:rPr b="0" i="0" lang="en-US" sz="3200" u="none">
                <a:solidFill>
                  <a:schemeClr val="dk1"/>
                </a:solidFill>
                <a:latin typeface="Arial"/>
                <a:ea typeface="Arial"/>
                <a:cs typeface="Arial"/>
                <a:sym typeface="Arial"/>
              </a:rPr>
              <a:t>Implementation: </a:t>
            </a:r>
            <a:r>
              <a:rPr b="0" i="1" lang="en-US" sz="3200" u="none">
                <a:solidFill>
                  <a:schemeClr val="dk1"/>
                </a:solidFill>
                <a:latin typeface="Arial"/>
                <a:ea typeface="Arial"/>
                <a:cs typeface="Arial"/>
                <a:sym typeface="Arial"/>
              </a:rPr>
              <a:t>fringe </a:t>
            </a:r>
            <a:r>
              <a:rPr b="0" i="0" lang="en-US" sz="3200" u="none">
                <a:solidFill>
                  <a:schemeClr val="dk1"/>
                </a:solidFill>
                <a:latin typeface="Arial"/>
                <a:ea typeface="Arial"/>
                <a:cs typeface="Arial"/>
                <a:sym typeface="Arial"/>
              </a:rPr>
              <a:t>= queue ordered by path cost</a:t>
            </a:r>
            <a:endParaRPr/>
          </a:p>
          <a:p>
            <a:pPr indent="-342900" lvl="0" marL="342900" rtl="0" algn="just">
              <a:lnSpc>
                <a:spcPct val="100000"/>
              </a:lnSpc>
              <a:spcBef>
                <a:spcPts val="640"/>
              </a:spcBef>
              <a:spcAft>
                <a:spcPts val="0"/>
              </a:spcAft>
              <a:buClr>
                <a:schemeClr val="dk1"/>
              </a:buClr>
              <a:buSzPts val="3200"/>
              <a:buFont typeface="Arial"/>
              <a:buChar char="•"/>
            </a:pPr>
            <a:r>
              <a:rPr b="0" i="0" lang="en-US" sz="3200" u="none">
                <a:solidFill>
                  <a:schemeClr val="dk1"/>
                </a:solidFill>
                <a:latin typeface="Arial"/>
                <a:ea typeface="Arial"/>
                <a:cs typeface="Arial"/>
                <a:sym typeface="Arial"/>
              </a:rPr>
              <a:t>UC-search is the same as BF-search when all step costs are equal</a:t>
            </a:r>
            <a:endParaRPr/>
          </a:p>
        </p:txBody>
      </p:sp>
      <p:sp>
        <p:nvSpPr>
          <p:cNvPr id="379" name="Google Shape;379;p32"/>
          <p:cNvSpPr txBox="1"/>
          <p:nvPr/>
        </p:nvSpPr>
        <p:spPr>
          <a:xfrm>
            <a:off x="6934200" y="6550025"/>
            <a:ext cx="2133600" cy="231775"/>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0" i="0" lang="en-US" sz="1400" u="none" cap="none" strike="noStrike">
                <a:solidFill>
                  <a:schemeClr val="dk1"/>
                </a:solidFill>
                <a:latin typeface="Arial"/>
                <a:ea typeface="Arial"/>
                <a:cs typeface="Arial"/>
                <a:sym typeface="Arial"/>
              </a:rPr>
              <a:t>‹#›</a:t>
            </a:fld>
            <a:endParaRPr/>
          </a:p>
        </p:txBody>
      </p:sp>
      <p:pic>
        <p:nvPicPr>
          <p:cNvPr id="380" name="Google Shape;380;p32"/>
          <p:cNvPicPr preferRelativeResize="0"/>
          <p:nvPr/>
        </p:nvPicPr>
        <p:blipFill rotWithShape="1">
          <a:blip r:embed="rId3">
            <a:alphaModFix/>
          </a:blip>
          <a:srcRect b="0" l="0" r="0" t="0"/>
          <a:stretch/>
        </p:blipFill>
        <p:spPr>
          <a:xfrm>
            <a:off x="8229600" y="0"/>
            <a:ext cx="914400" cy="914400"/>
          </a:xfrm>
          <a:prstGeom prst="rect">
            <a:avLst/>
          </a:prstGeom>
          <a:noFill/>
          <a:ln>
            <a:noFill/>
          </a:ln>
        </p:spPr>
      </p:pic>
    </p:spTree>
  </p:cSld>
  <p:clrMapOvr>
    <a:masterClrMapping/>
  </p:clrMapOvr>
  <p:transition spd="slow">
    <p:fade thruBlk="1"/>
  </p:transition>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4" name="Shape 384"/>
        <p:cNvGrpSpPr/>
        <p:nvPr/>
      </p:nvGrpSpPr>
      <p:grpSpPr>
        <a:xfrm>
          <a:off x="0" y="0"/>
          <a:ext cx="0" cy="0"/>
          <a:chOff x="0" y="0"/>
          <a:chExt cx="0" cy="0"/>
        </a:xfrm>
      </p:grpSpPr>
      <p:sp>
        <p:nvSpPr>
          <p:cNvPr id="385" name="Google Shape;385;p33"/>
          <p:cNvSpPr txBox="1"/>
          <p:nvPr>
            <p:ph type="title"/>
          </p:nvPr>
        </p:nvSpPr>
        <p:spPr>
          <a:xfrm>
            <a:off x="457200" y="0"/>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C00000"/>
              </a:buClr>
              <a:buSzPts val="4400"/>
              <a:buFont typeface="Arial"/>
              <a:buNone/>
            </a:pPr>
            <a:r>
              <a:rPr b="1" i="0" lang="en-US" sz="4400" u="none">
                <a:solidFill>
                  <a:srgbClr val="C00000"/>
                </a:solidFill>
                <a:latin typeface="Arial"/>
                <a:ea typeface="Arial"/>
                <a:cs typeface="Arial"/>
                <a:sym typeface="Arial"/>
              </a:rPr>
              <a:t>Uniform-Cost Search</a:t>
            </a:r>
            <a:endParaRPr/>
          </a:p>
        </p:txBody>
      </p:sp>
      <p:sp>
        <p:nvSpPr>
          <p:cNvPr id="386" name="Google Shape;386;p33"/>
          <p:cNvSpPr txBox="1"/>
          <p:nvPr>
            <p:ph idx="1" type="body"/>
          </p:nvPr>
        </p:nvSpPr>
        <p:spPr>
          <a:xfrm>
            <a:off x="152400" y="1143000"/>
            <a:ext cx="8839200" cy="1143000"/>
          </a:xfrm>
          <a:prstGeom prst="rect">
            <a:avLst/>
          </a:prstGeom>
          <a:noFill/>
          <a:ln>
            <a:noFill/>
          </a:ln>
        </p:spPr>
        <p:txBody>
          <a:bodyPr anchorCtr="0" anchor="t" bIns="45700" lIns="91425" spcFirstLastPara="1" rIns="91425" wrap="square" tIns="45700">
            <a:noAutofit/>
          </a:bodyPr>
          <a:lstStyle/>
          <a:p>
            <a:pPr indent="-342900" lvl="0" marL="342900" rtl="0" algn="just">
              <a:lnSpc>
                <a:spcPct val="100000"/>
              </a:lnSpc>
              <a:spcBef>
                <a:spcPts val="0"/>
              </a:spcBef>
              <a:spcAft>
                <a:spcPts val="0"/>
              </a:spcAft>
              <a:buClr>
                <a:srgbClr val="C00000"/>
              </a:buClr>
              <a:buSzPts val="2800"/>
              <a:buFont typeface="Noto Sans Symbols"/>
              <a:buChar char="❑"/>
            </a:pPr>
            <a:r>
              <a:rPr b="0" i="0" lang="en-US" sz="2800" u="none">
                <a:solidFill>
                  <a:schemeClr val="dk1"/>
                </a:solidFill>
                <a:latin typeface="Arial"/>
                <a:ea typeface="Arial"/>
                <a:cs typeface="Arial"/>
                <a:sym typeface="Arial"/>
              </a:rPr>
              <a:t> Let us consider the following search tree, where </a:t>
            </a:r>
            <a:r>
              <a:rPr b="1" i="1" lang="en-US" sz="2800" u="none">
                <a:solidFill>
                  <a:schemeClr val="dk1"/>
                </a:solidFill>
                <a:latin typeface="Arial"/>
                <a:ea typeface="Arial"/>
                <a:cs typeface="Arial"/>
                <a:sym typeface="Arial"/>
              </a:rPr>
              <a:t>A</a:t>
            </a:r>
            <a:r>
              <a:rPr b="0" i="0" lang="en-US" sz="2800" u="none">
                <a:solidFill>
                  <a:schemeClr val="dk1"/>
                </a:solidFill>
                <a:latin typeface="Arial"/>
                <a:ea typeface="Arial"/>
                <a:cs typeface="Arial"/>
                <a:sym typeface="Arial"/>
              </a:rPr>
              <a:t> and </a:t>
            </a:r>
            <a:r>
              <a:rPr b="1" i="1" lang="en-US" sz="2800" u="none">
                <a:solidFill>
                  <a:schemeClr val="dk1"/>
                </a:solidFill>
                <a:latin typeface="Arial"/>
                <a:ea typeface="Arial"/>
                <a:cs typeface="Arial"/>
                <a:sym typeface="Arial"/>
              </a:rPr>
              <a:t>G</a:t>
            </a:r>
            <a:r>
              <a:rPr b="0" i="0" lang="en-US" sz="2800" u="none">
                <a:solidFill>
                  <a:schemeClr val="dk1"/>
                </a:solidFill>
                <a:latin typeface="Arial"/>
                <a:ea typeface="Arial"/>
                <a:cs typeface="Arial"/>
                <a:sym typeface="Arial"/>
              </a:rPr>
              <a:t> are the initial and goal node, respectively.</a:t>
            </a:r>
            <a:endParaRPr/>
          </a:p>
        </p:txBody>
      </p:sp>
      <p:sp>
        <p:nvSpPr>
          <p:cNvPr id="387" name="Google Shape;387;p33"/>
          <p:cNvSpPr txBox="1"/>
          <p:nvPr/>
        </p:nvSpPr>
        <p:spPr>
          <a:xfrm>
            <a:off x="6934200" y="6550025"/>
            <a:ext cx="2133600" cy="231775"/>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0" i="0" lang="en-US" sz="1400" u="none" cap="none" strike="noStrike">
                <a:solidFill>
                  <a:schemeClr val="dk1"/>
                </a:solidFill>
                <a:latin typeface="Arial"/>
                <a:ea typeface="Arial"/>
                <a:cs typeface="Arial"/>
                <a:sym typeface="Arial"/>
              </a:rPr>
              <a:t>‹#›</a:t>
            </a:fld>
            <a:endParaRPr/>
          </a:p>
        </p:txBody>
      </p:sp>
      <p:pic>
        <p:nvPicPr>
          <p:cNvPr id="388" name="Google Shape;388;p33"/>
          <p:cNvPicPr preferRelativeResize="0"/>
          <p:nvPr/>
        </p:nvPicPr>
        <p:blipFill rotWithShape="1">
          <a:blip r:embed="rId3">
            <a:alphaModFix/>
          </a:blip>
          <a:srcRect b="0" l="0" r="0" t="0"/>
          <a:stretch/>
        </p:blipFill>
        <p:spPr>
          <a:xfrm>
            <a:off x="8229600" y="0"/>
            <a:ext cx="914400" cy="914400"/>
          </a:xfrm>
          <a:prstGeom prst="rect">
            <a:avLst/>
          </a:prstGeom>
          <a:noFill/>
          <a:ln>
            <a:noFill/>
          </a:ln>
        </p:spPr>
      </p:pic>
      <p:pic>
        <p:nvPicPr>
          <p:cNvPr id="389" name="Google Shape;389;p33"/>
          <p:cNvPicPr preferRelativeResize="0"/>
          <p:nvPr/>
        </p:nvPicPr>
        <p:blipFill rotWithShape="1">
          <a:blip r:embed="rId4">
            <a:alphaModFix/>
          </a:blip>
          <a:srcRect b="0" l="0" r="0" t="0"/>
          <a:stretch/>
        </p:blipFill>
        <p:spPr>
          <a:xfrm>
            <a:off x="1408112" y="2181225"/>
            <a:ext cx="6364287" cy="4371975"/>
          </a:xfrm>
          <a:prstGeom prst="rect">
            <a:avLst/>
          </a:prstGeom>
          <a:noFill/>
          <a:ln>
            <a:noFill/>
          </a:ln>
        </p:spPr>
      </p:pic>
    </p:spTree>
  </p:cSld>
  <p:clrMapOvr>
    <a:masterClrMapping/>
  </p:clrMapOvr>
  <p:transition spd="slow">
    <p:fade thruBlk="1"/>
  </p:transition>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3" name="Shape 393"/>
        <p:cNvGrpSpPr/>
        <p:nvPr/>
      </p:nvGrpSpPr>
      <p:grpSpPr>
        <a:xfrm>
          <a:off x="0" y="0"/>
          <a:ext cx="0" cy="0"/>
          <a:chOff x="0" y="0"/>
          <a:chExt cx="0" cy="0"/>
        </a:xfrm>
      </p:grpSpPr>
      <p:sp>
        <p:nvSpPr>
          <p:cNvPr id="394" name="Google Shape;394;p34"/>
          <p:cNvSpPr txBox="1"/>
          <p:nvPr>
            <p:ph type="title"/>
          </p:nvPr>
        </p:nvSpPr>
        <p:spPr>
          <a:xfrm>
            <a:off x="457200" y="0"/>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C00000"/>
              </a:buClr>
              <a:buSzPts val="4400"/>
              <a:buFont typeface="Arial"/>
              <a:buNone/>
            </a:pPr>
            <a:r>
              <a:rPr b="1" i="0" lang="en-US" sz="4400" u="none">
                <a:solidFill>
                  <a:srgbClr val="C00000"/>
                </a:solidFill>
                <a:latin typeface="Arial"/>
                <a:ea typeface="Arial"/>
                <a:cs typeface="Arial"/>
                <a:sym typeface="Arial"/>
              </a:rPr>
              <a:t>Uniform-Cost Search</a:t>
            </a:r>
            <a:endParaRPr/>
          </a:p>
        </p:txBody>
      </p:sp>
      <p:sp>
        <p:nvSpPr>
          <p:cNvPr id="395" name="Google Shape;395;p34"/>
          <p:cNvSpPr txBox="1"/>
          <p:nvPr/>
        </p:nvSpPr>
        <p:spPr>
          <a:xfrm>
            <a:off x="6934200" y="6550025"/>
            <a:ext cx="2133600" cy="231775"/>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0" i="0" lang="en-US" sz="1400" u="none" cap="none" strike="noStrike">
                <a:solidFill>
                  <a:schemeClr val="dk1"/>
                </a:solidFill>
                <a:latin typeface="Arial"/>
                <a:ea typeface="Arial"/>
                <a:cs typeface="Arial"/>
                <a:sym typeface="Arial"/>
              </a:rPr>
              <a:t>‹#›</a:t>
            </a:fld>
            <a:endParaRPr/>
          </a:p>
        </p:txBody>
      </p:sp>
      <p:pic>
        <p:nvPicPr>
          <p:cNvPr id="396" name="Google Shape;396;p34"/>
          <p:cNvPicPr preferRelativeResize="0"/>
          <p:nvPr/>
        </p:nvPicPr>
        <p:blipFill rotWithShape="1">
          <a:blip r:embed="rId3">
            <a:alphaModFix/>
          </a:blip>
          <a:srcRect b="0" l="0" r="0" t="0"/>
          <a:stretch/>
        </p:blipFill>
        <p:spPr>
          <a:xfrm>
            <a:off x="8229600" y="0"/>
            <a:ext cx="914400" cy="914400"/>
          </a:xfrm>
          <a:prstGeom prst="rect">
            <a:avLst/>
          </a:prstGeom>
          <a:noFill/>
          <a:ln>
            <a:noFill/>
          </a:ln>
        </p:spPr>
      </p:pic>
      <p:pic>
        <p:nvPicPr>
          <p:cNvPr id="397" name="Google Shape;397;p34"/>
          <p:cNvPicPr preferRelativeResize="0"/>
          <p:nvPr/>
        </p:nvPicPr>
        <p:blipFill rotWithShape="1">
          <a:blip r:embed="rId4">
            <a:alphaModFix/>
          </a:blip>
          <a:srcRect b="0" l="0" r="0" t="0"/>
          <a:stretch/>
        </p:blipFill>
        <p:spPr>
          <a:xfrm>
            <a:off x="1066800" y="1676400"/>
            <a:ext cx="7086600" cy="4873625"/>
          </a:xfrm>
          <a:prstGeom prst="rect">
            <a:avLst/>
          </a:prstGeom>
          <a:noFill/>
          <a:ln>
            <a:noFill/>
          </a:ln>
        </p:spPr>
      </p:pic>
    </p:spTree>
  </p:cSld>
  <p:clrMapOvr>
    <a:masterClrMapping/>
  </p:clrMapOvr>
  <p:transition spd="slow">
    <p:fade thruBlk="1"/>
  </p:transition>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1" name="Shape 401"/>
        <p:cNvGrpSpPr/>
        <p:nvPr/>
      </p:nvGrpSpPr>
      <p:grpSpPr>
        <a:xfrm>
          <a:off x="0" y="0"/>
          <a:ext cx="0" cy="0"/>
          <a:chOff x="0" y="0"/>
          <a:chExt cx="0" cy="0"/>
        </a:xfrm>
      </p:grpSpPr>
      <p:sp>
        <p:nvSpPr>
          <p:cNvPr id="402" name="Google Shape;402;p35"/>
          <p:cNvSpPr txBox="1"/>
          <p:nvPr>
            <p:ph type="title"/>
          </p:nvPr>
        </p:nvSpPr>
        <p:spPr>
          <a:xfrm>
            <a:off x="457200" y="0"/>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C00000"/>
              </a:buClr>
              <a:buSzPts val="4400"/>
              <a:buFont typeface="Arial"/>
              <a:buNone/>
            </a:pPr>
            <a:r>
              <a:rPr b="1" i="0" lang="en-US" sz="4400" u="none">
                <a:solidFill>
                  <a:srgbClr val="C00000"/>
                </a:solidFill>
                <a:latin typeface="Arial"/>
                <a:ea typeface="Arial"/>
                <a:cs typeface="Arial"/>
                <a:sym typeface="Arial"/>
              </a:rPr>
              <a:t>Uniform-Cost Search</a:t>
            </a:r>
            <a:endParaRPr/>
          </a:p>
        </p:txBody>
      </p:sp>
      <p:sp>
        <p:nvSpPr>
          <p:cNvPr id="403" name="Google Shape;403;p35"/>
          <p:cNvSpPr txBox="1"/>
          <p:nvPr/>
        </p:nvSpPr>
        <p:spPr>
          <a:xfrm>
            <a:off x="6934200" y="6550025"/>
            <a:ext cx="2133600" cy="231775"/>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0" i="0" lang="en-US" sz="1400" u="none" cap="none" strike="noStrike">
                <a:solidFill>
                  <a:schemeClr val="dk1"/>
                </a:solidFill>
                <a:latin typeface="Arial"/>
                <a:ea typeface="Arial"/>
                <a:cs typeface="Arial"/>
                <a:sym typeface="Arial"/>
              </a:rPr>
              <a:t>‹#›</a:t>
            </a:fld>
            <a:endParaRPr/>
          </a:p>
        </p:txBody>
      </p:sp>
      <p:pic>
        <p:nvPicPr>
          <p:cNvPr id="404" name="Google Shape;404;p35"/>
          <p:cNvPicPr preferRelativeResize="0"/>
          <p:nvPr/>
        </p:nvPicPr>
        <p:blipFill rotWithShape="1">
          <a:blip r:embed="rId3">
            <a:alphaModFix/>
          </a:blip>
          <a:srcRect b="0" l="0" r="0" t="0"/>
          <a:stretch/>
        </p:blipFill>
        <p:spPr>
          <a:xfrm>
            <a:off x="8229600" y="0"/>
            <a:ext cx="914400" cy="914400"/>
          </a:xfrm>
          <a:prstGeom prst="rect">
            <a:avLst/>
          </a:prstGeom>
          <a:noFill/>
          <a:ln>
            <a:noFill/>
          </a:ln>
        </p:spPr>
      </p:pic>
      <p:pic>
        <p:nvPicPr>
          <p:cNvPr id="405" name="Google Shape;405;p35"/>
          <p:cNvPicPr preferRelativeResize="0"/>
          <p:nvPr/>
        </p:nvPicPr>
        <p:blipFill rotWithShape="1">
          <a:blip r:embed="rId4">
            <a:alphaModFix/>
          </a:blip>
          <a:srcRect b="0" l="0" r="0" t="0"/>
          <a:stretch/>
        </p:blipFill>
        <p:spPr>
          <a:xfrm>
            <a:off x="762000" y="1600200"/>
            <a:ext cx="7620000" cy="4719637"/>
          </a:xfrm>
          <a:prstGeom prst="rect">
            <a:avLst/>
          </a:prstGeom>
          <a:noFill/>
          <a:ln>
            <a:noFill/>
          </a:ln>
        </p:spPr>
      </p:pic>
    </p:spTree>
  </p:cSld>
  <p:clrMapOvr>
    <a:masterClrMapping/>
  </p:clrMapOvr>
  <p:transition spd="slow">
    <p:fade thruBlk="1"/>
  </p:transition>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9" name="Shape 409"/>
        <p:cNvGrpSpPr/>
        <p:nvPr/>
      </p:nvGrpSpPr>
      <p:grpSpPr>
        <a:xfrm>
          <a:off x="0" y="0"/>
          <a:ext cx="0" cy="0"/>
          <a:chOff x="0" y="0"/>
          <a:chExt cx="0" cy="0"/>
        </a:xfrm>
      </p:grpSpPr>
      <p:sp>
        <p:nvSpPr>
          <p:cNvPr id="410" name="Google Shape;410;p36"/>
          <p:cNvSpPr txBox="1"/>
          <p:nvPr>
            <p:ph type="title"/>
          </p:nvPr>
        </p:nvSpPr>
        <p:spPr>
          <a:xfrm>
            <a:off x="457200" y="0"/>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C00000"/>
              </a:buClr>
              <a:buSzPts val="4400"/>
              <a:buFont typeface="Arial"/>
              <a:buNone/>
            </a:pPr>
            <a:r>
              <a:rPr b="1" i="0" lang="en-US" sz="4400" u="none">
                <a:solidFill>
                  <a:srgbClr val="C00000"/>
                </a:solidFill>
                <a:latin typeface="Arial"/>
                <a:ea typeface="Arial"/>
                <a:cs typeface="Arial"/>
                <a:sym typeface="Arial"/>
              </a:rPr>
              <a:t>Uniform-Cost Search</a:t>
            </a:r>
            <a:endParaRPr/>
          </a:p>
        </p:txBody>
      </p:sp>
      <p:sp>
        <p:nvSpPr>
          <p:cNvPr id="411" name="Google Shape;411;p36"/>
          <p:cNvSpPr txBox="1"/>
          <p:nvPr/>
        </p:nvSpPr>
        <p:spPr>
          <a:xfrm>
            <a:off x="6934200" y="6550025"/>
            <a:ext cx="2133600" cy="231775"/>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0" i="0" lang="en-US" sz="1400" u="none" cap="none" strike="noStrike">
                <a:solidFill>
                  <a:schemeClr val="dk1"/>
                </a:solidFill>
                <a:latin typeface="Arial"/>
                <a:ea typeface="Arial"/>
                <a:cs typeface="Arial"/>
                <a:sym typeface="Arial"/>
              </a:rPr>
              <a:t>‹#›</a:t>
            </a:fld>
            <a:endParaRPr/>
          </a:p>
        </p:txBody>
      </p:sp>
      <p:pic>
        <p:nvPicPr>
          <p:cNvPr id="412" name="Google Shape;412;p36"/>
          <p:cNvPicPr preferRelativeResize="0"/>
          <p:nvPr/>
        </p:nvPicPr>
        <p:blipFill rotWithShape="1">
          <a:blip r:embed="rId3">
            <a:alphaModFix/>
          </a:blip>
          <a:srcRect b="0" l="0" r="0" t="0"/>
          <a:stretch/>
        </p:blipFill>
        <p:spPr>
          <a:xfrm>
            <a:off x="8229600" y="0"/>
            <a:ext cx="914400" cy="914400"/>
          </a:xfrm>
          <a:prstGeom prst="rect">
            <a:avLst/>
          </a:prstGeom>
          <a:noFill/>
          <a:ln>
            <a:noFill/>
          </a:ln>
        </p:spPr>
      </p:pic>
      <p:pic>
        <p:nvPicPr>
          <p:cNvPr id="413" name="Google Shape;413;p36"/>
          <p:cNvPicPr preferRelativeResize="0"/>
          <p:nvPr/>
        </p:nvPicPr>
        <p:blipFill rotWithShape="1">
          <a:blip r:embed="rId4">
            <a:alphaModFix/>
          </a:blip>
          <a:srcRect b="0" l="0" r="0" t="0"/>
          <a:stretch/>
        </p:blipFill>
        <p:spPr>
          <a:xfrm>
            <a:off x="1295400" y="1295400"/>
            <a:ext cx="6629400" cy="5186362"/>
          </a:xfrm>
          <a:prstGeom prst="rect">
            <a:avLst/>
          </a:prstGeom>
          <a:noFill/>
          <a:ln>
            <a:noFill/>
          </a:ln>
        </p:spPr>
      </p:pic>
    </p:spTree>
  </p:cSld>
  <p:clrMapOvr>
    <a:masterClrMapping/>
  </p:clrMapOvr>
  <p:transition spd="slow">
    <p:fade thruBlk="1"/>
  </p:transition>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 name="Shape 417"/>
        <p:cNvGrpSpPr/>
        <p:nvPr/>
      </p:nvGrpSpPr>
      <p:grpSpPr>
        <a:xfrm>
          <a:off x="0" y="0"/>
          <a:ext cx="0" cy="0"/>
          <a:chOff x="0" y="0"/>
          <a:chExt cx="0" cy="0"/>
        </a:xfrm>
      </p:grpSpPr>
      <p:sp>
        <p:nvSpPr>
          <p:cNvPr id="418" name="Google Shape;418;p37"/>
          <p:cNvSpPr txBox="1"/>
          <p:nvPr>
            <p:ph type="title"/>
          </p:nvPr>
        </p:nvSpPr>
        <p:spPr>
          <a:xfrm>
            <a:off x="457200" y="0"/>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C00000"/>
              </a:buClr>
              <a:buSzPts val="4400"/>
              <a:buFont typeface="Arial"/>
              <a:buNone/>
            </a:pPr>
            <a:r>
              <a:rPr b="1" i="0" lang="en-US" sz="4400" u="none">
                <a:solidFill>
                  <a:srgbClr val="C00000"/>
                </a:solidFill>
                <a:latin typeface="Arial"/>
                <a:ea typeface="Arial"/>
                <a:cs typeface="Arial"/>
                <a:sym typeface="Arial"/>
              </a:rPr>
              <a:t>Uniform-Cost Search</a:t>
            </a:r>
            <a:endParaRPr/>
          </a:p>
        </p:txBody>
      </p:sp>
      <p:sp>
        <p:nvSpPr>
          <p:cNvPr id="419" name="Google Shape;419;p37"/>
          <p:cNvSpPr txBox="1"/>
          <p:nvPr/>
        </p:nvSpPr>
        <p:spPr>
          <a:xfrm>
            <a:off x="6934200" y="6550025"/>
            <a:ext cx="2133600" cy="231775"/>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0" i="0" lang="en-US" sz="1400" u="none" cap="none" strike="noStrike">
                <a:solidFill>
                  <a:schemeClr val="dk1"/>
                </a:solidFill>
                <a:latin typeface="Arial"/>
                <a:ea typeface="Arial"/>
                <a:cs typeface="Arial"/>
                <a:sym typeface="Arial"/>
              </a:rPr>
              <a:t>‹#›</a:t>
            </a:fld>
            <a:endParaRPr/>
          </a:p>
        </p:txBody>
      </p:sp>
      <p:pic>
        <p:nvPicPr>
          <p:cNvPr id="420" name="Google Shape;420;p37"/>
          <p:cNvPicPr preferRelativeResize="0"/>
          <p:nvPr/>
        </p:nvPicPr>
        <p:blipFill rotWithShape="1">
          <a:blip r:embed="rId3">
            <a:alphaModFix/>
          </a:blip>
          <a:srcRect b="0" l="0" r="0" t="0"/>
          <a:stretch/>
        </p:blipFill>
        <p:spPr>
          <a:xfrm>
            <a:off x="8229600" y="0"/>
            <a:ext cx="914400" cy="914400"/>
          </a:xfrm>
          <a:prstGeom prst="rect">
            <a:avLst/>
          </a:prstGeom>
          <a:noFill/>
          <a:ln>
            <a:noFill/>
          </a:ln>
        </p:spPr>
      </p:pic>
      <p:pic>
        <p:nvPicPr>
          <p:cNvPr id="421" name="Google Shape;421;p37"/>
          <p:cNvPicPr preferRelativeResize="0"/>
          <p:nvPr/>
        </p:nvPicPr>
        <p:blipFill rotWithShape="1">
          <a:blip r:embed="rId4">
            <a:alphaModFix/>
          </a:blip>
          <a:srcRect b="0" l="0" r="0" t="0"/>
          <a:stretch/>
        </p:blipFill>
        <p:spPr>
          <a:xfrm>
            <a:off x="838200" y="1219200"/>
            <a:ext cx="7553325" cy="5199062"/>
          </a:xfrm>
          <a:prstGeom prst="rect">
            <a:avLst/>
          </a:prstGeom>
          <a:noFill/>
          <a:ln>
            <a:noFill/>
          </a:ln>
        </p:spPr>
      </p:pic>
    </p:spTree>
  </p:cSld>
  <p:clrMapOvr>
    <a:masterClrMapping/>
  </p:clrMapOvr>
  <p:transition spd="slow">
    <p:fade thruBlk="1"/>
  </p:transition>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5" name="Shape 425"/>
        <p:cNvGrpSpPr/>
        <p:nvPr/>
      </p:nvGrpSpPr>
      <p:grpSpPr>
        <a:xfrm>
          <a:off x="0" y="0"/>
          <a:ext cx="0" cy="0"/>
          <a:chOff x="0" y="0"/>
          <a:chExt cx="0" cy="0"/>
        </a:xfrm>
      </p:grpSpPr>
      <p:sp>
        <p:nvSpPr>
          <p:cNvPr id="426" name="Google Shape;426;p38"/>
          <p:cNvSpPr txBox="1"/>
          <p:nvPr>
            <p:ph type="title"/>
          </p:nvPr>
        </p:nvSpPr>
        <p:spPr>
          <a:xfrm>
            <a:off x="457200" y="0"/>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C00000"/>
              </a:buClr>
              <a:buSzPts val="4400"/>
              <a:buFont typeface="Arial"/>
              <a:buNone/>
            </a:pPr>
            <a:r>
              <a:rPr b="1" i="0" lang="en-US" sz="4400" u="none">
                <a:solidFill>
                  <a:srgbClr val="C00000"/>
                </a:solidFill>
                <a:latin typeface="Arial"/>
                <a:ea typeface="Arial"/>
                <a:cs typeface="Arial"/>
                <a:sym typeface="Arial"/>
              </a:rPr>
              <a:t>Uniform-Cost Search</a:t>
            </a:r>
            <a:endParaRPr/>
          </a:p>
        </p:txBody>
      </p:sp>
      <p:sp>
        <p:nvSpPr>
          <p:cNvPr id="427" name="Google Shape;427;p38"/>
          <p:cNvSpPr txBox="1"/>
          <p:nvPr/>
        </p:nvSpPr>
        <p:spPr>
          <a:xfrm>
            <a:off x="6934200" y="6550025"/>
            <a:ext cx="2133600" cy="231775"/>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0" i="0" lang="en-US" sz="1400" u="none" cap="none" strike="noStrike">
                <a:solidFill>
                  <a:schemeClr val="dk1"/>
                </a:solidFill>
                <a:latin typeface="Arial"/>
                <a:ea typeface="Arial"/>
                <a:cs typeface="Arial"/>
                <a:sym typeface="Arial"/>
              </a:rPr>
              <a:t>‹#›</a:t>
            </a:fld>
            <a:endParaRPr/>
          </a:p>
        </p:txBody>
      </p:sp>
      <p:pic>
        <p:nvPicPr>
          <p:cNvPr id="428" name="Google Shape;428;p38"/>
          <p:cNvPicPr preferRelativeResize="0"/>
          <p:nvPr/>
        </p:nvPicPr>
        <p:blipFill rotWithShape="1">
          <a:blip r:embed="rId3">
            <a:alphaModFix/>
          </a:blip>
          <a:srcRect b="0" l="0" r="0" t="0"/>
          <a:stretch/>
        </p:blipFill>
        <p:spPr>
          <a:xfrm>
            <a:off x="8229600" y="0"/>
            <a:ext cx="914400" cy="914400"/>
          </a:xfrm>
          <a:prstGeom prst="rect">
            <a:avLst/>
          </a:prstGeom>
          <a:noFill/>
          <a:ln>
            <a:noFill/>
          </a:ln>
        </p:spPr>
      </p:pic>
      <p:pic>
        <p:nvPicPr>
          <p:cNvPr id="429" name="Google Shape;429;p38"/>
          <p:cNvPicPr preferRelativeResize="0"/>
          <p:nvPr/>
        </p:nvPicPr>
        <p:blipFill rotWithShape="1">
          <a:blip r:embed="rId4">
            <a:alphaModFix/>
          </a:blip>
          <a:srcRect b="0" l="0" r="0" t="0"/>
          <a:stretch/>
        </p:blipFill>
        <p:spPr>
          <a:xfrm>
            <a:off x="838200" y="1295400"/>
            <a:ext cx="7543800" cy="5203825"/>
          </a:xfrm>
          <a:prstGeom prst="rect">
            <a:avLst/>
          </a:prstGeom>
          <a:noFill/>
          <a:ln>
            <a:noFill/>
          </a:ln>
        </p:spPr>
      </p:pic>
    </p:spTree>
  </p:cSld>
  <p:clrMapOvr>
    <a:masterClrMapping/>
  </p:clrMapOvr>
  <p:transition spd="slow">
    <p:fade thruBlk="1"/>
  </p:transition>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3" name="Shape 433"/>
        <p:cNvGrpSpPr/>
        <p:nvPr/>
      </p:nvGrpSpPr>
      <p:grpSpPr>
        <a:xfrm>
          <a:off x="0" y="0"/>
          <a:ext cx="0" cy="0"/>
          <a:chOff x="0" y="0"/>
          <a:chExt cx="0" cy="0"/>
        </a:xfrm>
      </p:grpSpPr>
      <p:sp>
        <p:nvSpPr>
          <p:cNvPr id="434" name="Google Shape;434;p39"/>
          <p:cNvSpPr txBox="1"/>
          <p:nvPr>
            <p:ph type="title"/>
          </p:nvPr>
        </p:nvSpPr>
        <p:spPr>
          <a:xfrm>
            <a:off x="457200" y="0"/>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C00000"/>
              </a:buClr>
              <a:buSzPts val="4400"/>
              <a:buFont typeface="Arial"/>
              <a:buNone/>
            </a:pPr>
            <a:r>
              <a:rPr b="1" i="0" lang="en-US" sz="4400" u="none">
                <a:solidFill>
                  <a:srgbClr val="C00000"/>
                </a:solidFill>
                <a:latin typeface="Arial"/>
                <a:ea typeface="Arial"/>
                <a:cs typeface="Arial"/>
                <a:sym typeface="Arial"/>
              </a:rPr>
              <a:t>Uniform-Cost Search</a:t>
            </a:r>
            <a:endParaRPr/>
          </a:p>
        </p:txBody>
      </p:sp>
      <p:sp>
        <p:nvSpPr>
          <p:cNvPr id="435" name="Google Shape;435;p39"/>
          <p:cNvSpPr txBox="1"/>
          <p:nvPr>
            <p:ph idx="1" type="body"/>
          </p:nvPr>
        </p:nvSpPr>
        <p:spPr>
          <a:xfrm>
            <a:off x="152400" y="1066800"/>
            <a:ext cx="8839200" cy="1143000"/>
          </a:xfrm>
          <a:prstGeom prst="rect">
            <a:avLst/>
          </a:prstGeom>
          <a:noFill/>
          <a:ln>
            <a:noFill/>
          </a:ln>
        </p:spPr>
        <p:txBody>
          <a:bodyPr anchorCtr="0" anchor="t" bIns="45700" lIns="91425" spcFirstLastPara="1" rIns="91425" wrap="square" tIns="45700">
            <a:noAutofit/>
          </a:bodyPr>
          <a:lstStyle/>
          <a:p>
            <a:pPr indent="-342900" lvl="0" marL="342900" rtl="0" algn="just">
              <a:lnSpc>
                <a:spcPct val="100000"/>
              </a:lnSpc>
              <a:spcBef>
                <a:spcPts val="0"/>
              </a:spcBef>
              <a:spcAft>
                <a:spcPts val="0"/>
              </a:spcAft>
              <a:buClr>
                <a:srgbClr val="C00000"/>
              </a:buClr>
              <a:buSzPts val="2800"/>
              <a:buFont typeface="Noto Sans Symbols"/>
              <a:buChar char="❑"/>
            </a:pPr>
            <a:r>
              <a:rPr b="0" i="0" lang="en-US" sz="2800" u="none">
                <a:solidFill>
                  <a:schemeClr val="dk1"/>
                </a:solidFill>
                <a:latin typeface="Arial"/>
                <a:ea typeface="Arial"/>
                <a:cs typeface="Arial"/>
                <a:sym typeface="Arial"/>
              </a:rPr>
              <a:t> Let us consider the another search tree, where </a:t>
            </a:r>
            <a:r>
              <a:rPr b="1" i="1" lang="en-US" sz="2800" u="none">
                <a:solidFill>
                  <a:schemeClr val="dk1"/>
                </a:solidFill>
                <a:latin typeface="Arial"/>
                <a:ea typeface="Arial"/>
                <a:cs typeface="Arial"/>
                <a:sym typeface="Arial"/>
              </a:rPr>
              <a:t>A</a:t>
            </a:r>
            <a:r>
              <a:rPr b="0" i="0" lang="en-US" sz="2800" u="none">
                <a:solidFill>
                  <a:schemeClr val="dk1"/>
                </a:solidFill>
                <a:latin typeface="Arial"/>
                <a:ea typeface="Arial"/>
                <a:cs typeface="Arial"/>
                <a:sym typeface="Arial"/>
              </a:rPr>
              <a:t> and </a:t>
            </a:r>
            <a:r>
              <a:rPr b="1" i="1" lang="en-US" sz="2800" u="none">
                <a:solidFill>
                  <a:schemeClr val="dk1"/>
                </a:solidFill>
                <a:latin typeface="Arial"/>
                <a:ea typeface="Arial"/>
                <a:cs typeface="Arial"/>
                <a:sym typeface="Arial"/>
              </a:rPr>
              <a:t>G</a:t>
            </a:r>
            <a:r>
              <a:rPr b="0" i="0" lang="en-US" sz="2800" u="none">
                <a:solidFill>
                  <a:schemeClr val="dk1"/>
                </a:solidFill>
                <a:latin typeface="Arial"/>
                <a:ea typeface="Arial"/>
                <a:cs typeface="Arial"/>
                <a:sym typeface="Arial"/>
              </a:rPr>
              <a:t> are the initial and goal node, respectively.</a:t>
            </a:r>
            <a:endParaRPr/>
          </a:p>
        </p:txBody>
      </p:sp>
      <p:sp>
        <p:nvSpPr>
          <p:cNvPr id="436" name="Google Shape;436;p39"/>
          <p:cNvSpPr txBox="1"/>
          <p:nvPr/>
        </p:nvSpPr>
        <p:spPr>
          <a:xfrm>
            <a:off x="6934200" y="6550025"/>
            <a:ext cx="2133600" cy="231775"/>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0" i="0" lang="en-US" sz="1400" u="none" cap="none" strike="noStrike">
                <a:solidFill>
                  <a:schemeClr val="dk1"/>
                </a:solidFill>
                <a:latin typeface="Arial"/>
                <a:ea typeface="Arial"/>
                <a:cs typeface="Arial"/>
                <a:sym typeface="Arial"/>
              </a:rPr>
              <a:t>‹#›</a:t>
            </a:fld>
            <a:endParaRPr/>
          </a:p>
        </p:txBody>
      </p:sp>
      <p:pic>
        <p:nvPicPr>
          <p:cNvPr id="437" name="Google Shape;437;p39"/>
          <p:cNvPicPr preferRelativeResize="0"/>
          <p:nvPr/>
        </p:nvPicPr>
        <p:blipFill rotWithShape="1">
          <a:blip r:embed="rId3">
            <a:alphaModFix/>
          </a:blip>
          <a:srcRect b="0" l="0" r="0" t="0"/>
          <a:stretch/>
        </p:blipFill>
        <p:spPr>
          <a:xfrm>
            <a:off x="8229600" y="0"/>
            <a:ext cx="914400" cy="914400"/>
          </a:xfrm>
          <a:prstGeom prst="rect">
            <a:avLst/>
          </a:prstGeom>
          <a:noFill/>
          <a:ln>
            <a:noFill/>
          </a:ln>
        </p:spPr>
      </p:pic>
      <p:pic>
        <p:nvPicPr>
          <p:cNvPr id="438" name="Google Shape;438;p39"/>
          <p:cNvPicPr preferRelativeResize="0"/>
          <p:nvPr/>
        </p:nvPicPr>
        <p:blipFill rotWithShape="1">
          <a:blip r:embed="rId4">
            <a:alphaModFix/>
          </a:blip>
          <a:srcRect b="0" l="0" r="0" t="0"/>
          <a:stretch/>
        </p:blipFill>
        <p:spPr>
          <a:xfrm>
            <a:off x="1414462" y="2057400"/>
            <a:ext cx="6315075" cy="4486275"/>
          </a:xfrm>
          <a:prstGeom prst="rect">
            <a:avLst/>
          </a:prstGeom>
          <a:noFill/>
          <a:ln>
            <a:noFill/>
          </a:ln>
        </p:spPr>
      </p:pic>
    </p:spTree>
  </p:cSld>
  <p:clrMapOvr>
    <a:masterClrMapping/>
  </p:clrMapOvr>
  <p:transition spd="slow">
    <p:fade thruBlk="1"/>
  </p:transition>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2" name="Shape 442"/>
        <p:cNvGrpSpPr/>
        <p:nvPr/>
      </p:nvGrpSpPr>
      <p:grpSpPr>
        <a:xfrm>
          <a:off x="0" y="0"/>
          <a:ext cx="0" cy="0"/>
          <a:chOff x="0" y="0"/>
          <a:chExt cx="0" cy="0"/>
        </a:xfrm>
      </p:grpSpPr>
      <p:sp>
        <p:nvSpPr>
          <p:cNvPr id="443" name="Google Shape;443;p40"/>
          <p:cNvSpPr txBox="1"/>
          <p:nvPr>
            <p:ph type="title"/>
          </p:nvPr>
        </p:nvSpPr>
        <p:spPr>
          <a:xfrm>
            <a:off x="457200" y="0"/>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C00000"/>
              </a:buClr>
              <a:buSzPts val="4400"/>
              <a:buFont typeface="Arial"/>
              <a:buNone/>
            </a:pPr>
            <a:r>
              <a:rPr b="1" i="0" lang="en-US" sz="4400" u="none">
                <a:solidFill>
                  <a:srgbClr val="C00000"/>
                </a:solidFill>
                <a:latin typeface="Arial"/>
                <a:ea typeface="Arial"/>
                <a:cs typeface="Arial"/>
                <a:sym typeface="Arial"/>
              </a:rPr>
              <a:t>Uniform-Cost Search</a:t>
            </a:r>
            <a:endParaRPr/>
          </a:p>
        </p:txBody>
      </p:sp>
      <p:sp>
        <p:nvSpPr>
          <p:cNvPr id="444" name="Google Shape;444;p40"/>
          <p:cNvSpPr txBox="1"/>
          <p:nvPr/>
        </p:nvSpPr>
        <p:spPr>
          <a:xfrm>
            <a:off x="6934200" y="6550025"/>
            <a:ext cx="2133600" cy="231775"/>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0" i="0" lang="en-US" sz="1400" u="none" cap="none" strike="noStrike">
                <a:solidFill>
                  <a:schemeClr val="dk1"/>
                </a:solidFill>
                <a:latin typeface="Arial"/>
                <a:ea typeface="Arial"/>
                <a:cs typeface="Arial"/>
                <a:sym typeface="Arial"/>
              </a:rPr>
              <a:t>‹#›</a:t>
            </a:fld>
            <a:endParaRPr/>
          </a:p>
        </p:txBody>
      </p:sp>
      <p:pic>
        <p:nvPicPr>
          <p:cNvPr id="445" name="Google Shape;445;p40"/>
          <p:cNvPicPr preferRelativeResize="0"/>
          <p:nvPr/>
        </p:nvPicPr>
        <p:blipFill rotWithShape="1">
          <a:blip r:embed="rId3">
            <a:alphaModFix/>
          </a:blip>
          <a:srcRect b="0" l="0" r="0" t="0"/>
          <a:stretch/>
        </p:blipFill>
        <p:spPr>
          <a:xfrm>
            <a:off x="8229600" y="0"/>
            <a:ext cx="914400" cy="914400"/>
          </a:xfrm>
          <a:prstGeom prst="rect">
            <a:avLst/>
          </a:prstGeom>
          <a:noFill/>
          <a:ln>
            <a:noFill/>
          </a:ln>
        </p:spPr>
      </p:pic>
      <p:pic>
        <p:nvPicPr>
          <p:cNvPr id="446" name="Google Shape;446;p40"/>
          <p:cNvPicPr preferRelativeResize="0"/>
          <p:nvPr/>
        </p:nvPicPr>
        <p:blipFill rotWithShape="1">
          <a:blip r:embed="rId4">
            <a:alphaModFix/>
          </a:blip>
          <a:srcRect b="0" l="0" r="0" t="0"/>
          <a:stretch/>
        </p:blipFill>
        <p:spPr>
          <a:xfrm>
            <a:off x="914400" y="1447800"/>
            <a:ext cx="7315200" cy="5062537"/>
          </a:xfrm>
          <a:prstGeom prst="rect">
            <a:avLst/>
          </a:prstGeom>
          <a:noFill/>
          <a:ln>
            <a:noFill/>
          </a:ln>
        </p:spPr>
      </p:pic>
    </p:spTree>
  </p:cSld>
  <p:clrMapOvr>
    <a:masterClrMapping/>
  </p:clrMapOvr>
  <p:transition spd="slow">
    <p:fade thruBlk="1"/>
  </p:transition>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0" name="Shape 450"/>
        <p:cNvGrpSpPr/>
        <p:nvPr/>
      </p:nvGrpSpPr>
      <p:grpSpPr>
        <a:xfrm>
          <a:off x="0" y="0"/>
          <a:ext cx="0" cy="0"/>
          <a:chOff x="0" y="0"/>
          <a:chExt cx="0" cy="0"/>
        </a:xfrm>
      </p:grpSpPr>
      <p:sp>
        <p:nvSpPr>
          <p:cNvPr id="451" name="Google Shape;451;p41"/>
          <p:cNvSpPr txBox="1"/>
          <p:nvPr>
            <p:ph type="title"/>
          </p:nvPr>
        </p:nvSpPr>
        <p:spPr>
          <a:xfrm>
            <a:off x="457200" y="0"/>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C00000"/>
              </a:buClr>
              <a:buSzPts val="4400"/>
              <a:buFont typeface="Arial"/>
              <a:buNone/>
            </a:pPr>
            <a:r>
              <a:rPr b="1" i="0" lang="en-US" sz="4400" u="none">
                <a:solidFill>
                  <a:srgbClr val="C00000"/>
                </a:solidFill>
                <a:latin typeface="Arial"/>
                <a:ea typeface="Arial"/>
                <a:cs typeface="Arial"/>
                <a:sym typeface="Arial"/>
              </a:rPr>
              <a:t>Uniform-Cost Search</a:t>
            </a:r>
            <a:endParaRPr/>
          </a:p>
        </p:txBody>
      </p:sp>
      <p:sp>
        <p:nvSpPr>
          <p:cNvPr id="452" name="Google Shape;452;p41"/>
          <p:cNvSpPr txBox="1"/>
          <p:nvPr/>
        </p:nvSpPr>
        <p:spPr>
          <a:xfrm>
            <a:off x="6934200" y="6550025"/>
            <a:ext cx="2133600" cy="231775"/>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0" i="0" lang="en-US" sz="1400" u="none" cap="none" strike="noStrike">
                <a:solidFill>
                  <a:schemeClr val="dk1"/>
                </a:solidFill>
                <a:latin typeface="Arial"/>
                <a:ea typeface="Arial"/>
                <a:cs typeface="Arial"/>
                <a:sym typeface="Arial"/>
              </a:rPr>
              <a:t>‹#›</a:t>
            </a:fld>
            <a:endParaRPr/>
          </a:p>
        </p:txBody>
      </p:sp>
      <p:pic>
        <p:nvPicPr>
          <p:cNvPr id="453" name="Google Shape;453;p41"/>
          <p:cNvPicPr preferRelativeResize="0"/>
          <p:nvPr/>
        </p:nvPicPr>
        <p:blipFill rotWithShape="1">
          <a:blip r:embed="rId3">
            <a:alphaModFix/>
          </a:blip>
          <a:srcRect b="0" l="0" r="0" t="0"/>
          <a:stretch/>
        </p:blipFill>
        <p:spPr>
          <a:xfrm>
            <a:off x="8229600" y="0"/>
            <a:ext cx="914400" cy="914400"/>
          </a:xfrm>
          <a:prstGeom prst="rect">
            <a:avLst/>
          </a:prstGeom>
          <a:noFill/>
          <a:ln>
            <a:noFill/>
          </a:ln>
        </p:spPr>
      </p:pic>
      <p:pic>
        <p:nvPicPr>
          <p:cNvPr id="454" name="Google Shape;454;p41"/>
          <p:cNvPicPr preferRelativeResize="0"/>
          <p:nvPr/>
        </p:nvPicPr>
        <p:blipFill rotWithShape="1">
          <a:blip r:embed="rId4">
            <a:alphaModFix/>
          </a:blip>
          <a:srcRect b="0" l="0" r="0" t="0"/>
          <a:stretch/>
        </p:blipFill>
        <p:spPr>
          <a:xfrm>
            <a:off x="1066800" y="1143000"/>
            <a:ext cx="7086600" cy="5314950"/>
          </a:xfrm>
          <a:prstGeom prst="rect">
            <a:avLst/>
          </a:prstGeom>
          <a:noFill/>
          <a:ln>
            <a:noFill/>
          </a:ln>
        </p:spPr>
      </p:pic>
    </p:spTree>
  </p:cSld>
  <p:clrMapOvr>
    <a:masterClrMapping/>
  </p:clrMapOvr>
  <p:transition spd="slow">
    <p:fade thruBlk="1"/>
  </p:transition>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8" name="Shape 458"/>
        <p:cNvGrpSpPr/>
        <p:nvPr/>
      </p:nvGrpSpPr>
      <p:grpSpPr>
        <a:xfrm>
          <a:off x="0" y="0"/>
          <a:ext cx="0" cy="0"/>
          <a:chOff x="0" y="0"/>
          <a:chExt cx="0" cy="0"/>
        </a:xfrm>
      </p:grpSpPr>
      <p:sp>
        <p:nvSpPr>
          <p:cNvPr id="459" name="Google Shape;459;p42"/>
          <p:cNvSpPr txBox="1"/>
          <p:nvPr>
            <p:ph type="title"/>
          </p:nvPr>
        </p:nvSpPr>
        <p:spPr>
          <a:xfrm>
            <a:off x="457200" y="0"/>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C00000"/>
              </a:buClr>
              <a:buSzPts val="4400"/>
              <a:buFont typeface="Arial"/>
              <a:buNone/>
            </a:pPr>
            <a:r>
              <a:rPr b="1" i="0" lang="en-US" sz="4400" u="none">
                <a:solidFill>
                  <a:srgbClr val="C00000"/>
                </a:solidFill>
                <a:latin typeface="Arial"/>
                <a:ea typeface="Arial"/>
                <a:cs typeface="Arial"/>
                <a:sym typeface="Arial"/>
              </a:rPr>
              <a:t>Uniform-Cost Search</a:t>
            </a:r>
            <a:endParaRPr/>
          </a:p>
        </p:txBody>
      </p:sp>
      <p:sp>
        <p:nvSpPr>
          <p:cNvPr id="460" name="Google Shape;460;p42"/>
          <p:cNvSpPr txBox="1"/>
          <p:nvPr/>
        </p:nvSpPr>
        <p:spPr>
          <a:xfrm>
            <a:off x="6934200" y="6550025"/>
            <a:ext cx="2133600" cy="231775"/>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0" i="0" lang="en-US" sz="1400" u="none" cap="none" strike="noStrike">
                <a:solidFill>
                  <a:schemeClr val="dk1"/>
                </a:solidFill>
                <a:latin typeface="Arial"/>
                <a:ea typeface="Arial"/>
                <a:cs typeface="Arial"/>
                <a:sym typeface="Arial"/>
              </a:rPr>
              <a:t>‹#›</a:t>
            </a:fld>
            <a:endParaRPr/>
          </a:p>
        </p:txBody>
      </p:sp>
      <p:pic>
        <p:nvPicPr>
          <p:cNvPr id="461" name="Google Shape;461;p42"/>
          <p:cNvPicPr preferRelativeResize="0"/>
          <p:nvPr/>
        </p:nvPicPr>
        <p:blipFill rotWithShape="1">
          <a:blip r:embed="rId3">
            <a:alphaModFix/>
          </a:blip>
          <a:srcRect b="0" l="0" r="0" t="0"/>
          <a:stretch/>
        </p:blipFill>
        <p:spPr>
          <a:xfrm>
            <a:off x="8229600" y="0"/>
            <a:ext cx="914400" cy="914400"/>
          </a:xfrm>
          <a:prstGeom prst="rect">
            <a:avLst/>
          </a:prstGeom>
          <a:noFill/>
          <a:ln>
            <a:noFill/>
          </a:ln>
        </p:spPr>
      </p:pic>
      <p:pic>
        <p:nvPicPr>
          <p:cNvPr id="462" name="Google Shape;462;p42"/>
          <p:cNvPicPr preferRelativeResize="0"/>
          <p:nvPr/>
        </p:nvPicPr>
        <p:blipFill rotWithShape="1">
          <a:blip r:embed="rId4">
            <a:alphaModFix/>
          </a:blip>
          <a:srcRect b="0" l="0" r="0" t="0"/>
          <a:stretch/>
        </p:blipFill>
        <p:spPr>
          <a:xfrm>
            <a:off x="533400" y="1143000"/>
            <a:ext cx="8134350" cy="5386387"/>
          </a:xfrm>
          <a:prstGeom prst="rect">
            <a:avLst/>
          </a:prstGeom>
          <a:noFill/>
          <a:ln>
            <a:noFill/>
          </a:ln>
        </p:spPr>
      </p:pic>
    </p:spTree>
  </p:cSld>
  <p:clrMapOvr>
    <a:masterClrMapping/>
  </p:clrMapOvr>
  <p:transition spd="slow">
    <p:fade thruBlk="1"/>
  </p:transition>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6" name="Shape 466"/>
        <p:cNvGrpSpPr/>
        <p:nvPr/>
      </p:nvGrpSpPr>
      <p:grpSpPr>
        <a:xfrm>
          <a:off x="0" y="0"/>
          <a:ext cx="0" cy="0"/>
          <a:chOff x="0" y="0"/>
          <a:chExt cx="0" cy="0"/>
        </a:xfrm>
      </p:grpSpPr>
      <p:sp>
        <p:nvSpPr>
          <p:cNvPr id="467" name="Google Shape;467;p43"/>
          <p:cNvSpPr txBox="1"/>
          <p:nvPr>
            <p:ph type="title"/>
          </p:nvPr>
        </p:nvSpPr>
        <p:spPr>
          <a:xfrm>
            <a:off x="457200" y="0"/>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C00000"/>
              </a:buClr>
              <a:buSzPts val="4400"/>
              <a:buFont typeface="Arial"/>
              <a:buNone/>
            </a:pPr>
            <a:r>
              <a:rPr b="1" i="0" lang="en-US" sz="4400" u="none">
                <a:solidFill>
                  <a:srgbClr val="C00000"/>
                </a:solidFill>
                <a:latin typeface="Arial"/>
                <a:ea typeface="Arial"/>
                <a:cs typeface="Arial"/>
                <a:sym typeface="Arial"/>
              </a:rPr>
              <a:t>Uniform-Cost Search</a:t>
            </a:r>
            <a:endParaRPr/>
          </a:p>
        </p:txBody>
      </p:sp>
      <p:sp>
        <p:nvSpPr>
          <p:cNvPr id="468" name="Google Shape;468;p43"/>
          <p:cNvSpPr txBox="1"/>
          <p:nvPr/>
        </p:nvSpPr>
        <p:spPr>
          <a:xfrm>
            <a:off x="6934200" y="6550025"/>
            <a:ext cx="2133600" cy="231775"/>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0" i="0" lang="en-US" sz="1400" u="none" cap="none" strike="noStrike">
                <a:solidFill>
                  <a:schemeClr val="dk1"/>
                </a:solidFill>
                <a:latin typeface="Arial"/>
                <a:ea typeface="Arial"/>
                <a:cs typeface="Arial"/>
                <a:sym typeface="Arial"/>
              </a:rPr>
              <a:t>‹#›</a:t>
            </a:fld>
            <a:endParaRPr/>
          </a:p>
        </p:txBody>
      </p:sp>
      <p:pic>
        <p:nvPicPr>
          <p:cNvPr id="469" name="Google Shape;469;p43"/>
          <p:cNvPicPr preferRelativeResize="0"/>
          <p:nvPr/>
        </p:nvPicPr>
        <p:blipFill rotWithShape="1">
          <a:blip r:embed="rId3">
            <a:alphaModFix/>
          </a:blip>
          <a:srcRect b="0" l="0" r="0" t="0"/>
          <a:stretch/>
        </p:blipFill>
        <p:spPr>
          <a:xfrm>
            <a:off x="8229600" y="0"/>
            <a:ext cx="914400" cy="914400"/>
          </a:xfrm>
          <a:prstGeom prst="rect">
            <a:avLst/>
          </a:prstGeom>
          <a:noFill/>
          <a:ln>
            <a:noFill/>
          </a:ln>
        </p:spPr>
      </p:pic>
      <p:pic>
        <p:nvPicPr>
          <p:cNvPr id="470" name="Google Shape;470;p43"/>
          <p:cNvPicPr preferRelativeResize="0"/>
          <p:nvPr/>
        </p:nvPicPr>
        <p:blipFill rotWithShape="1">
          <a:blip r:embed="rId4">
            <a:alphaModFix/>
          </a:blip>
          <a:srcRect b="0" l="0" r="0" t="0"/>
          <a:stretch/>
        </p:blipFill>
        <p:spPr>
          <a:xfrm>
            <a:off x="838200" y="1143000"/>
            <a:ext cx="7467600" cy="5389562"/>
          </a:xfrm>
          <a:prstGeom prst="rect">
            <a:avLst/>
          </a:prstGeom>
          <a:noFill/>
          <a:ln>
            <a:noFill/>
          </a:ln>
        </p:spPr>
      </p:pic>
    </p:spTree>
  </p:cSld>
  <p:clrMapOvr>
    <a:masterClrMapping/>
  </p:clrMapOvr>
  <p:transition spd="slow">
    <p:fade thruBlk="1"/>
  </p:transition>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4" name="Shape 474"/>
        <p:cNvGrpSpPr/>
        <p:nvPr/>
      </p:nvGrpSpPr>
      <p:grpSpPr>
        <a:xfrm>
          <a:off x="0" y="0"/>
          <a:ext cx="0" cy="0"/>
          <a:chOff x="0" y="0"/>
          <a:chExt cx="0" cy="0"/>
        </a:xfrm>
      </p:grpSpPr>
      <p:sp>
        <p:nvSpPr>
          <p:cNvPr id="475" name="Google Shape;475;p44"/>
          <p:cNvSpPr txBox="1"/>
          <p:nvPr>
            <p:ph type="title"/>
          </p:nvPr>
        </p:nvSpPr>
        <p:spPr>
          <a:xfrm>
            <a:off x="457200" y="76200"/>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C00000"/>
              </a:buClr>
              <a:buSzPts val="4400"/>
              <a:buFont typeface="Arial"/>
              <a:buNone/>
            </a:pPr>
            <a:r>
              <a:rPr b="1" i="0" lang="en-US" sz="4400" u="none">
                <a:solidFill>
                  <a:srgbClr val="C00000"/>
                </a:solidFill>
                <a:latin typeface="Arial"/>
                <a:ea typeface="Arial"/>
                <a:cs typeface="Arial"/>
                <a:sym typeface="Arial"/>
              </a:rPr>
              <a:t>Uniform-Cost Search</a:t>
            </a:r>
            <a:endParaRPr/>
          </a:p>
        </p:txBody>
      </p:sp>
      <p:sp>
        <p:nvSpPr>
          <p:cNvPr id="476" name="Google Shape;476;p44"/>
          <p:cNvSpPr txBox="1"/>
          <p:nvPr>
            <p:ph idx="1" type="body"/>
          </p:nvPr>
        </p:nvSpPr>
        <p:spPr>
          <a:xfrm>
            <a:off x="228600" y="1066800"/>
            <a:ext cx="8686800" cy="548640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rgbClr val="C00000"/>
              </a:buClr>
              <a:buSzPts val="2800"/>
              <a:buFont typeface="Arial"/>
              <a:buChar char="•"/>
            </a:pPr>
            <a:r>
              <a:rPr b="0" i="0" lang="en-US" sz="2800" u="none">
                <a:solidFill>
                  <a:schemeClr val="dk1"/>
                </a:solidFill>
                <a:latin typeface="Arial"/>
                <a:ea typeface="Arial"/>
                <a:cs typeface="Arial"/>
                <a:sym typeface="Arial"/>
              </a:rPr>
              <a:t>Completeness:</a:t>
            </a:r>
            <a:endParaRPr/>
          </a:p>
          <a:p>
            <a:pPr indent="-285750" lvl="1" marL="742950" rtl="0" algn="l">
              <a:lnSpc>
                <a:spcPct val="100000"/>
              </a:lnSpc>
              <a:spcBef>
                <a:spcPts val="480"/>
              </a:spcBef>
              <a:spcAft>
                <a:spcPts val="0"/>
              </a:spcAft>
              <a:buClr>
                <a:srgbClr val="C00000"/>
              </a:buClr>
              <a:buSzPts val="2400"/>
              <a:buFont typeface="Arial"/>
              <a:buChar char="–"/>
            </a:pPr>
            <a:r>
              <a:rPr b="0" i="0" lang="en-US" sz="2400" u="none">
                <a:solidFill>
                  <a:schemeClr val="dk1"/>
                </a:solidFill>
                <a:latin typeface="Arial"/>
                <a:ea typeface="Arial"/>
                <a:cs typeface="Arial"/>
                <a:sym typeface="Arial"/>
              </a:rPr>
              <a:t>YES, if step-cost &gt; some small positive constant ε</a:t>
            </a:r>
            <a:endParaRPr/>
          </a:p>
          <a:p>
            <a:pPr indent="-342900" lvl="0" marL="342900" rtl="0" algn="l">
              <a:lnSpc>
                <a:spcPct val="100000"/>
              </a:lnSpc>
              <a:spcBef>
                <a:spcPts val="560"/>
              </a:spcBef>
              <a:spcAft>
                <a:spcPts val="0"/>
              </a:spcAft>
              <a:buClr>
                <a:srgbClr val="C00000"/>
              </a:buClr>
              <a:buSzPts val="2800"/>
              <a:buFont typeface="Arial"/>
              <a:buChar char="•"/>
            </a:pPr>
            <a:r>
              <a:rPr b="0" i="0" lang="en-US" sz="2800" u="none">
                <a:solidFill>
                  <a:schemeClr val="dk1"/>
                </a:solidFill>
                <a:latin typeface="Arial"/>
                <a:ea typeface="Arial"/>
                <a:cs typeface="Arial"/>
                <a:sym typeface="Arial"/>
              </a:rPr>
              <a:t> Optimality:</a:t>
            </a:r>
            <a:endParaRPr/>
          </a:p>
          <a:p>
            <a:pPr indent="-285750" lvl="1" marL="742950" rtl="0" algn="l">
              <a:lnSpc>
                <a:spcPct val="100000"/>
              </a:lnSpc>
              <a:spcBef>
                <a:spcPts val="480"/>
              </a:spcBef>
              <a:spcAft>
                <a:spcPts val="0"/>
              </a:spcAft>
              <a:buClr>
                <a:srgbClr val="C00000"/>
              </a:buClr>
              <a:buSzPts val="2400"/>
              <a:buFont typeface="Arial"/>
              <a:buChar char="–"/>
            </a:pPr>
            <a:r>
              <a:rPr b="0" i="0" lang="en-US" sz="2400" u="none">
                <a:solidFill>
                  <a:schemeClr val="dk1"/>
                </a:solidFill>
                <a:latin typeface="Arial"/>
                <a:ea typeface="Arial"/>
                <a:cs typeface="Arial"/>
                <a:sym typeface="Arial"/>
              </a:rPr>
              <a:t>nodes expanded in order of increasing path cost</a:t>
            </a:r>
            <a:endParaRPr/>
          </a:p>
          <a:p>
            <a:pPr indent="-285750" lvl="1" marL="742950" rtl="0" algn="l">
              <a:lnSpc>
                <a:spcPct val="100000"/>
              </a:lnSpc>
              <a:spcBef>
                <a:spcPts val="480"/>
              </a:spcBef>
              <a:spcAft>
                <a:spcPts val="0"/>
              </a:spcAft>
              <a:buClr>
                <a:srgbClr val="C00000"/>
              </a:buClr>
              <a:buSzPts val="2400"/>
              <a:buFont typeface="Arial"/>
              <a:buChar char="–"/>
            </a:pPr>
            <a:r>
              <a:rPr b="0" i="0" lang="en-US" sz="2400" u="none">
                <a:solidFill>
                  <a:schemeClr val="dk1"/>
                </a:solidFill>
                <a:latin typeface="Arial"/>
                <a:ea typeface="Arial"/>
                <a:cs typeface="Arial"/>
                <a:sym typeface="Arial"/>
              </a:rPr>
              <a:t>YES, if complete</a:t>
            </a:r>
            <a:endParaRPr b="0" i="0" sz="2800" u="none">
              <a:solidFill>
                <a:schemeClr val="dk1"/>
              </a:solidFill>
              <a:latin typeface="Arial"/>
              <a:ea typeface="Arial"/>
              <a:cs typeface="Arial"/>
              <a:sym typeface="Arial"/>
            </a:endParaRPr>
          </a:p>
          <a:p>
            <a:pPr indent="-342900" lvl="0" marL="342900" rtl="0" algn="l">
              <a:lnSpc>
                <a:spcPct val="100000"/>
              </a:lnSpc>
              <a:spcBef>
                <a:spcPts val="560"/>
              </a:spcBef>
              <a:spcAft>
                <a:spcPts val="0"/>
              </a:spcAft>
              <a:buClr>
                <a:srgbClr val="C00000"/>
              </a:buClr>
              <a:buSzPts val="2800"/>
              <a:buFont typeface="Arial"/>
              <a:buChar char="•"/>
            </a:pPr>
            <a:r>
              <a:rPr b="0" i="0" lang="en-US" sz="2800" u="none">
                <a:solidFill>
                  <a:schemeClr val="dk1"/>
                </a:solidFill>
                <a:latin typeface="Arial"/>
                <a:ea typeface="Arial"/>
                <a:cs typeface="Arial"/>
                <a:sym typeface="Arial"/>
              </a:rPr>
              <a:t>Time and space complexity:</a:t>
            </a:r>
            <a:endParaRPr/>
          </a:p>
          <a:p>
            <a:pPr indent="-285750" lvl="1" marL="742950" rtl="0" algn="l">
              <a:lnSpc>
                <a:spcPct val="100000"/>
              </a:lnSpc>
              <a:spcBef>
                <a:spcPts val="480"/>
              </a:spcBef>
              <a:spcAft>
                <a:spcPts val="0"/>
              </a:spcAft>
              <a:buClr>
                <a:srgbClr val="C00000"/>
              </a:buClr>
              <a:buSzPts val="2400"/>
              <a:buFont typeface="Arial"/>
              <a:buChar char="–"/>
            </a:pPr>
            <a:r>
              <a:rPr b="0" i="0" lang="en-US" sz="2400" u="none">
                <a:solidFill>
                  <a:schemeClr val="dk1"/>
                </a:solidFill>
                <a:latin typeface="Arial"/>
                <a:ea typeface="Arial"/>
                <a:cs typeface="Arial"/>
                <a:sym typeface="Arial"/>
              </a:rPr>
              <a:t>Uniform-cost search is guided by path costs rather than depths, so its complexity cannot easily be characterized in terms of </a:t>
            </a:r>
            <a:r>
              <a:rPr b="0" i="1" lang="en-US" sz="2400" u="none">
                <a:solidFill>
                  <a:schemeClr val="dk1"/>
                </a:solidFill>
                <a:latin typeface="Arial"/>
                <a:ea typeface="Arial"/>
                <a:cs typeface="Arial"/>
                <a:sym typeface="Arial"/>
              </a:rPr>
              <a:t>b and d.</a:t>
            </a:r>
            <a:endParaRPr/>
          </a:p>
          <a:p>
            <a:pPr indent="-285750" lvl="1" marL="742950" rtl="0" algn="l">
              <a:lnSpc>
                <a:spcPct val="100000"/>
              </a:lnSpc>
              <a:spcBef>
                <a:spcPts val="480"/>
              </a:spcBef>
              <a:spcAft>
                <a:spcPts val="0"/>
              </a:spcAft>
              <a:buClr>
                <a:srgbClr val="C00000"/>
              </a:buClr>
              <a:buSzPts val="2400"/>
              <a:buFont typeface="Arial"/>
              <a:buChar char="–"/>
            </a:pPr>
            <a:r>
              <a:rPr b="0" i="0" lang="en-US" sz="2400" u="none">
                <a:solidFill>
                  <a:schemeClr val="dk1"/>
                </a:solidFill>
                <a:latin typeface="Arial"/>
                <a:ea typeface="Arial"/>
                <a:cs typeface="Arial"/>
                <a:sym typeface="Arial"/>
              </a:rPr>
              <a:t>Instead, assume </a:t>
            </a:r>
            <a:r>
              <a:rPr b="0" i="1" lang="en-US" sz="2400" u="none">
                <a:solidFill>
                  <a:schemeClr val="dk1"/>
                </a:solidFill>
                <a:latin typeface="Arial"/>
                <a:ea typeface="Arial"/>
                <a:cs typeface="Arial"/>
                <a:sym typeface="Arial"/>
              </a:rPr>
              <a:t>C*</a:t>
            </a:r>
            <a:r>
              <a:rPr b="0" i="0" lang="en-US" sz="2400" u="none">
                <a:solidFill>
                  <a:schemeClr val="dk1"/>
                </a:solidFill>
                <a:latin typeface="Arial"/>
                <a:ea typeface="Arial"/>
                <a:cs typeface="Arial"/>
                <a:sym typeface="Arial"/>
              </a:rPr>
              <a:t> is the cost of the optimal solution</a:t>
            </a:r>
            <a:endParaRPr/>
          </a:p>
          <a:p>
            <a:pPr indent="-285750" lvl="1" marL="742950" rtl="0" algn="l">
              <a:lnSpc>
                <a:spcPct val="100000"/>
              </a:lnSpc>
              <a:spcBef>
                <a:spcPts val="480"/>
              </a:spcBef>
              <a:spcAft>
                <a:spcPts val="0"/>
              </a:spcAft>
              <a:buClr>
                <a:srgbClr val="C00000"/>
              </a:buClr>
              <a:buSzPts val="2400"/>
              <a:buFont typeface="Arial"/>
              <a:buChar char="–"/>
            </a:pPr>
            <a:r>
              <a:rPr b="0" i="0" lang="en-US" sz="2400" u="none">
                <a:solidFill>
                  <a:schemeClr val="dk1"/>
                </a:solidFill>
                <a:latin typeface="Arial"/>
                <a:ea typeface="Arial"/>
                <a:cs typeface="Arial"/>
                <a:sym typeface="Arial"/>
              </a:rPr>
              <a:t>Assume that every action costs at least ε</a:t>
            </a:r>
            <a:endParaRPr/>
          </a:p>
          <a:p>
            <a:pPr indent="-285750" lvl="1" marL="742950" rtl="0" algn="l">
              <a:lnSpc>
                <a:spcPct val="100000"/>
              </a:lnSpc>
              <a:spcBef>
                <a:spcPts val="480"/>
              </a:spcBef>
              <a:spcAft>
                <a:spcPts val="0"/>
              </a:spcAft>
              <a:buClr>
                <a:srgbClr val="C00000"/>
              </a:buClr>
              <a:buSzPts val="2400"/>
              <a:buFont typeface="Arial"/>
              <a:buChar char="–"/>
            </a:pPr>
            <a:r>
              <a:rPr b="0" i="0" lang="en-US" sz="2400" u="none">
                <a:solidFill>
                  <a:schemeClr val="dk1"/>
                </a:solidFill>
                <a:latin typeface="Arial"/>
                <a:ea typeface="Arial"/>
                <a:cs typeface="Arial"/>
                <a:sym typeface="Arial"/>
              </a:rPr>
              <a:t>Worst-case: </a:t>
            </a:r>
            <a:r>
              <a:rPr b="0" i="1" lang="en-US" sz="2400" u="none">
                <a:solidFill>
                  <a:schemeClr val="dk1"/>
                </a:solidFill>
                <a:latin typeface="Arial"/>
                <a:ea typeface="Arial"/>
                <a:cs typeface="Arial"/>
                <a:sym typeface="Arial"/>
              </a:rPr>
              <a:t>O</a:t>
            </a:r>
            <a:r>
              <a:rPr b="0" i="0" lang="en-US" sz="2400" u="none">
                <a:solidFill>
                  <a:schemeClr val="dk1"/>
                </a:solidFill>
                <a:latin typeface="Arial"/>
                <a:ea typeface="Arial"/>
                <a:cs typeface="Arial"/>
                <a:sym typeface="Arial"/>
              </a:rPr>
              <a:t>(</a:t>
            </a:r>
            <a:r>
              <a:rPr b="0" i="1" lang="en-US" sz="2400" u="none">
                <a:solidFill>
                  <a:schemeClr val="dk1"/>
                </a:solidFill>
                <a:latin typeface="Arial"/>
                <a:ea typeface="Arial"/>
                <a:cs typeface="Arial"/>
                <a:sym typeface="Arial"/>
              </a:rPr>
              <a:t>b</a:t>
            </a:r>
            <a:r>
              <a:rPr b="0" baseline="30000" i="1" lang="en-US" sz="2400" u="none">
                <a:solidFill>
                  <a:schemeClr val="dk1"/>
                </a:solidFill>
                <a:latin typeface="Arial"/>
                <a:ea typeface="Arial"/>
                <a:cs typeface="Arial"/>
                <a:sym typeface="Arial"/>
              </a:rPr>
              <a:t>C</a:t>
            </a:r>
            <a:r>
              <a:rPr b="0" baseline="30000" i="0" lang="en-US" sz="2400" u="none">
                <a:solidFill>
                  <a:schemeClr val="dk1"/>
                </a:solidFill>
                <a:latin typeface="Arial"/>
                <a:ea typeface="Arial"/>
                <a:cs typeface="Arial"/>
                <a:sym typeface="Arial"/>
              </a:rPr>
              <a:t>*/ε</a:t>
            </a:r>
            <a:r>
              <a:rPr b="0" i="0" lang="en-US" sz="2400" u="none">
                <a:solidFill>
                  <a:schemeClr val="dk1"/>
                </a:solidFill>
                <a:latin typeface="Arial"/>
                <a:ea typeface="Arial"/>
                <a:cs typeface="Arial"/>
                <a:sym typeface="Arial"/>
              </a:rPr>
              <a:t>)</a:t>
            </a:r>
            <a:endParaRPr/>
          </a:p>
          <a:p>
            <a:pPr indent="-190500" lvl="0" marL="342900" rtl="0" algn="l">
              <a:spcBef>
                <a:spcPts val="480"/>
              </a:spcBef>
              <a:spcAft>
                <a:spcPts val="0"/>
              </a:spcAft>
              <a:buClr>
                <a:schemeClr val="dk1"/>
              </a:buClr>
              <a:buSzPts val="2400"/>
              <a:buFont typeface="Arial"/>
              <a:buNone/>
            </a:pPr>
            <a:r>
              <a:t/>
            </a:r>
            <a:endParaRPr b="0" i="0" sz="2400" u="none">
              <a:solidFill>
                <a:schemeClr val="dk1"/>
              </a:solidFill>
              <a:latin typeface="Arial"/>
              <a:ea typeface="Arial"/>
              <a:cs typeface="Arial"/>
              <a:sym typeface="Arial"/>
            </a:endParaRPr>
          </a:p>
        </p:txBody>
      </p:sp>
      <p:sp>
        <p:nvSpPr>
          <p:cNvPr id="477" name="Google Shape;477;p44"/>
          <p:cNvSpPr txBox="1"/>
          <p:nvPr/>
        </p:nvSpPr>
        <p:spPr>
          <a:xfrm>
            <a:off x="6934200" y="6550025"/>
            <a:ext cx="2133600" cy="231775"/>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0" i="0" lang="en-US" sz="1400" u="none" cap="none" strike="noStrike">
                <a:solidFill>
                  <a:schemeClr val="dk1"/>
                </a:solidFill>
                <a:latin typeface="Arial"/>
                <a:ea typeface="Arial"/>
                <a:cs typeface="Arial"/>
                <a:sym typeface="Arial"/>
              </a:rPr>
              <a:t>‹#›</a:t>
            </a:fld>
            <a:endParaRPr/>
          </a:p>
        </p:txBody>
      </p:sp>
      <p:pic>
        <p:nvPicPr>
          <p:cNvPr id="478" name="Google Shape;478;p44"/>
          <p:cNvPicPr preferRelativeResize="0"/>
          <p:nvPr/>
        </p:nvPicPr>
        <p:blipFill rotWithShape="1">
          <a:blip r:embed="rId3">
            <a:alphaModFix/>
          </a:blip>
          <a:srcRect b="0" l="0" r="0" t="0"/>
          <a:stretch/>
        </p:blipFill>
        <p:spPr>
          <a:xfrm>
            <a:off x="8229600" y="0"/>
            <a:ext cx="914400" cy="914400"/>
          </a:xfrm>
          <a:prstGeom prst="rect">
            <a:avLst/>
          </a:prstGeom>
          <a:noFill/>
          <a:ln>
            <a:noFill/>
          </a:ln>
        </p:spPr>
      </p:pic>
    </p:spTree>
  </p:cSld>
  <p:clrMapOvr>
    <a:masterClrMapping/>
  </p:clrMapOvr>
  <p:transition spd="slow">
    <p:fade thruBlk="1"/>
  </p:transition>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2" name="Shape 482"/>
        <p:cNvGrpSpPr/>
        <p:nvPr/>
      </p:nvGrpSpPr>
      <p:grpSpPr>
        <a:xfrm>
          <a:off x="0" y="0"/>
          <a:ext cx="0" cy="0"/>
          <a:chOff x="0" y="0"/>
          <a:chExt cx="0" cy="0"/>
        </a:xfrm>
      </p:grpSpPr>
      <p:sp>
        <p:nvSpPr>
          <p:cNvPr id="483" name="Google Shape;483;p45"/>
          <p:cNvSpPr txBox="1"/>
          <p:nvPr>
            <p:ph type="title"/>
          </p:nvPr>
        </p:nvSpPr>
        <p:spPr>
          <a:xfrm>
            <a:off x="457200" y="76200"/>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C00000"/>
              </a:buClr>
              <a:buSzPts val="4400"/>
              <a:buFont typeface="Arial"/>
              <a:buNone/>
            </a:pPr>
            <a:r>
              <a:rPr b="1" i="0" lang="en-US" sz="4400" u="none">
                <a:solidFill>
                  <a:srgbClr val="C00000"/>
                </a:solidFill>
                <a:latin typeface="Arial"/>
                <a:ea typeface="Arial"/>
                <a:cs typeface="Arial"/>
                <a:sym typeface="Arial"/>
              </a:rPr>
              <a:t>Depth-First Search</a:t>
            </a:r>
            <a:endParaRPr/>
          </a:p>
        </p:txBody>
      </p:sp>
      <p:sp>
        <p:nvSpPr>
          <p:cNvPr id="484" name="Google Shape;484;p45"/>
          <p:cNvSpPr txBox="1"/>
          <p:nvPr>
            <p:ph idx="1" type="body"/>
          </p:nvPr>
        </p:nvSpPr>
        <p:spPr>
          <a:xfrm>
            <a:off x="457200" y="1600200"/>
            <a:ext cx="8382000" cy="2185987"/>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1"/>
              </a:buClr>
              <a:buSzPts val="2800"/>
              <a:buFont typeface="Arial"/>
              <a:buChar char="•"/>
            </a:pPr>
            <a:r>
              <a:rPr b="0" i="0" lang="en-US" sz="2800" u="none">
                <a:solidFill>
                  <a:schemeClr val="dk1"/>
                </a:solidFill>
                <a:latin typeface="Arial"/>
                <a:ea typeface="Arial"/>
                <a:cs typeface="Arial"/>
                <a:sym typeface="Arial"/>
              </a:rPr>
              <a:t> Expand </a:t>
            </a:r>
            <a:r>
              <a:rPr b="0" i="1" lang="en-US" sz="2800" u="none">
                <a:solidFill>
                  <a:schemeClr val="dk1"/>
                </a:solidFill>
                <a:latin typeface="Arial"/>
                <a:ea typeface="Arial"/>
                <a:cs typeface="Arial"/>
                <a:sym typeface="Arial"/>
              </a:rPr>
              <a:t>deepest </a:t>
            </a:r>
            <a:r>
              <a:rPr b="0" i="0" lang="en-US" sz="2800" u="none">
                <a:solidFill>
                  <a:schemeClr val="dk1"/>
                </a:solidFill>
                <a:latin typeface="Arial"/>
                <a:ea typeface="Arial"/>
                <a:cs typeface="Arial"/>
                <a:sym typeface="Arial"/>
              </a:rPr>
              <a:t>unexpanded node</a:t>
            </a:r>
            <a:endParaRPr/>
          </a:p>
          <a:p>
            <a:pPr indent="-342900" lvl="0" marL="342900" rtl="0" algn="l">
              <a:lnSpc>
                <a:spcPct val="100000"/>
              </a:lnSpc>
              <a:spcBef>
                <a:spcPts val="560"/>
              </a:spcBef>
              <a:spcAft>
                <a:spcPts val="0"/>
              </a:spcAft>
              <a:buClr>
                <a:schemeClr val="dk1"/>
              </a:buClr>
              <a:buSzPts val="2800"/>
              <a:buFont typeface="Arial"/>
              <a:buChar char="•"/>
            </a:pPr>
            <a:r>
              <a:rPr b="0" i="0" lang="en-US" sz="2800" u="none">
                <a:solidFill>
                  <a:schemeClr val="dk1"/>
                </a:solidFill>
                <a:latin typeface="Arial"/>
                <a:ea typeface="Arial"/>
                <a:cs typeface="Arial"/>
                <a:sym typeface="Arial"/>
              </a:rPr>
              <a:t> Implementation: </a:t>
            </a:r>
            <a:r>
              <a:rPr b="0" i="1" lang="en-US" sz="2800" u="none">
                <a:solidFill>
                  <a:schemeClr val="dk1"/>
                </a:solidFill>
                <a:latin typeface="Arial"/>
                <a:ea typeface="Arial"/>
                <a:cs typeface="Arial"/>
                <a:sym typeface="Arial"/>
              </a:rPr>
              <a:t>fringe </a:t>
            </a:r>
            <a:r>
              <a:rPr b="0" i="0" lang="en-US" sz="2800" u="none">
                <a:solidFill>
                  <a:schemeClr val="dk1"/>
                </a:solidFill>
                <a:latin typeface="Arial"/>
                <a:ea typeface="Arial"/>
                <a:cs typeface="Arial"/>
                <a:sym typeface="Arial"/>
              </a:rPr>
              <a:t>is a LIFO queue (= stack)</a:t>
            </a:r>
            <a:endParaRPr/>
          </a:p>
          <a:p>
            <a:pPr indent="-165100" lvl="0" marL="342900" rtl="0" algn="l">
              <a:spcBef>
                <a:spcPts val="560"/>
              </a:spcBef>
              <a:spcAft>
                <a:spcPts val="0"/>
              </a:spcAft>
              <a:buClr>
                <a:schemeClr val="dk1"/>
              </a:buClr>
              <a:buSzPts val="2800"/>
              <a:buFont typeface="Arial"/>
              <a:buNone/>
            </a:pPr>
            <a:r>
              <a:t/>
            </a:r>
            <a:endParaRPr b="0" i="0" sz="2800" u="none">
              <a:solidFill>
                <a:schemeClr val="dk1"/>
              </a:solidFill>
              <a:latin typeface="Arial"/>
              <a:ea typeface="Arial"/>
              <a:cs typeface="Arial"/>
              <a:sym typeface="Arial"/>
            </a:endParaRPr>
          </a:p>
        </p:txBody>
      </p:sp>
      <p:pic>
        <p:nvPicPr>
          <p:cNvPr id="485" name="Google Shape;485;p45"/>
          <p:cNvPicPr preferRelativeResize="0"/>
          <p:nvPr>
            <p:ph idx="1" type="body"/>
          </p:nvPr>
        </p:nvPicPr>
        <p:blipFill rotWithShape="1">
          <a:blip r:embed="rId3">
            <a:alphaModFix/>
          </a:blip>
          <a:srcRect b="0" l="0" r="0" t="0"/>
          <a:stretch/>
        </p:blipFill>
        <p:spPr>
          <a:xfrm>
            <a:off x="2057400" y="2819400"/>
            <a:ext cx="4800600" cy="3451225"/>
          </a:xfrm>
          <a:prstGeom prst="rect">
            <a:avLst/>
          </a:prstGeom>
          <a:noFill/>
          <a:ln>
            <a:noFill/>
          </a:ln>
        </p:spPr>
      </p:pic>
      <p:sp>
        <p:nvSpPr>
          <p:cNvPr id="486" name="Google Shape;486;p45"/>
          <p:cNvSpPr txBox="1"/>
          <p:nvPr/>
        </p:nvSpPr>
        <p:spPr>
          <a:xfrm>
            <a:off x="6934200" y="6550025"/>
            <a:ext cx="2133600" cy="231775"/>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0" i="0" lang="en-US" sz="1400" u="none" cap="none" strike="noStrike">
                <a:solidFill>
                  <a:schemeClr val="dk1"/>
                </a:solidFill>
                <a:latin typeface="Arial"/>
                <a:ea typeface="Arial"/>
                <a:cs typeface="Arial"/>
                <a:sym typeface="Arial"/>
              </a:rPr>
              <a:t>‹#›</a:t>
            </a:fld>
            <a:endParaRPr/>
          </a:p>
        </p:txBody>
      </p:sp>
      <p:pic>
        <p:nvPicPr>
          <p:cNvPr id="487" name="Google Shape;487;p45"/>
          <p:cNvPicPr preferRelativeResize="0"/>
          <p:nvPr/>
        </p:nvPicPr>
        <p:blipFill rotWithShape="1">
          <a:blip r:embed="rId4">
            <a:alphaModFix/>
          </a:blip>
          <a:srcRect b="0" l="0" r="0" t="0"/>
          <a:stretch/>
        </p:blipFill>
        <p:spPr>
          <a:xfrm>
            <a:off x="8229600" y="0"/>
            <a:ext cx="914400" cy="914400"/>
          </a:xfrm>
          <a:prstGeom prst="rect">
            <a:avLst/>
          </a:prstGeom>
          <a:noFill/>
          <a:ln>
            <a:noFill/>
          </a:ln>
        </p:spPr>
      </p:pic>
    </p:spTree>
  </p:cSld>
  <p:clrMapOvr>
    <a:masterClrMapping/>
  </p:clrMapOvr>
  <p:transition spd="slow">
    <p:fade thruBlk="1"/>
  </p:transition>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1" name="Shape 491"/>
        <p:cNvGrpSpPr/>
        <p:nvPr/>
      </p:nvGrpSpPr>
      <p:grpSpPr>
        <a:xfrm>
          <a:off x="0" y="0"/>
          <a:ext cx="0" cy="0"/>
          <a:chOff x="0" y="0"/>
          <a:chExt cx="0" cy="0"/>
        </a:xfrm>
      </p:grpSpPr>
      <p:sp>
        <p:nvSpPr>
          <p:cNvPr id="492" name="Google Shape;492;p46"/>
          <p:cNvSpPr txBox="1"/>
          <p:nvPr>
            <p:ph type="title"/>
          </p:nvPr>
        </p:nvSpPr>
        <p:spPr>
          <a:xfrm>
            <a:off x="457200" y="76200"/>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C00000"/>
              </a:buClr>
              <a:buSzPts val="4400"/>
              <a:buFont typeface="Arial"/>
              <a:buNone/>
            </a:pPr>
            <a:r>
              <a:rPr b="1" i="0" lang="en-US" sz="4400" u="none">
                <a:solidFill>
                  <a:srgbClr val="C00000"/>
                </a:solidFill>
                <a:latin typeface="Arial"/>
                <a:ea typeface="Arial"/>
                <a:cs typeface="Arial"/>
                <a:sym typeface="Arial"/>
              </a:rPr>
              <a:t>Depth-First Search</a:t>
            </a:r>
            <a:endParaRPr/>
          </a:p>
        </p:txBody>
      </p:sp>
      <p:sp>
        <p:nvSpPr>
          <p:cNvPr id="493" name="Google Shape;493;p46"/>
          <p:cNvSpPr txBox="1"/>
          <p:nvPr>
            <p:ph idx="1" type="body"/>
          </p:nvPr>
        </p:nvSpPr>
        <p:spPr>
          <a:xfrm>
            <a:off x="457200" y="1600200"/>
            <a:ext cx="8382000" cy="2185987"/>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1"/>
              </a:buClr>
              <a:buSzPts val="2800"/>
              <a:buFont typeface="Arial"/>
              <a:buChar char="•"/>
            </a:pPr>
            <a:r>
              <a:rPr b="0" i="0" lang="en-US" sz="2800" u="none">
                <a:solidFill>
                  <a:schemeClr val="dk1"/>
                </a:solidFill>
                <a:latin typeface="Arial"/>
                <a:ea typeface="Arial"/>
                <a:cs typeface="Arial"/>
                <a:sym typeface="Arial"/>
              </a:rPr>
              <a:t> Expand </a:t>
            </a:r>
            <a:r>
              <a:rPr b="0" i="1" lang="en-US" sz="2800" u="none">
                <a:solidFill>
                  <a:schemeClr val="dk1"/>
                </a:solidFill>
                <a:latin typeface="Arial"/>
                <a:ea typeface="Arial"/>
                <a:cs typeface="Arial"/>
                <a:sym typeface="Arial"/>
              </a:rPr>
              <a:t>deepest </a:t>
            </a:r>
            <a:r>
              <a:rPr b="0" i="0" lang="en-US" sz="2800" u="none">
                <a:solidFill>
                  <a:schemeClr val="dk1"/>
                </a:solidFill>
                <a:latin typeface="Arial"/>
                <a:ea typeface="Arial"/>
                <a:cs typeface="Arial"/>
                <a:sym typeface="Arial"/>
              </a:rPr>
              <a:t>unexpanded node</a:t>
            </a:r>
            <a:endParaRPr/>
          </a:p>
          <a:p>
            <a:pPr indent="-342900" lvl="0" marL="342900" rtl="0" algn="l">
              <a:lnSpc>
                <a:spcPct val="100000"/>
              </a:lnSpc>
              <a:spcBef>
                <a:spcPts val="560"/>
              </a:spcBef>
              <a:spcAft>
                <a:spcPts val="0"/>
              </a:spcAft>
              <a:buClr>
                <a:schemeClr val="dk1"/>
              </a:buClr>
              <a:buSzPts val="2800"/>
              <a:buFont typeface="Arial"/>
              <a:buChar char="•"/>
            </a:pPr>
            <a:r>
              <a:rPr b="0" i="0" lang="en-US" sz="2800" u="none">
                <a:solidFill>
                  <a:schemeClr val="dk1"/>
                </a:solidFill>
                <a:latin typeface="Arial"/>
                <a:ea typeface="Arial"/>
                <a:cs typeface="Arial"/>
                <a:sym typeface="Arial"/>
              </a:rPr>
              <a:t> Implementation: </a:t>
            </a:r>
            <a:r>
              <a:rPr b="0" i="1" lang="en-US" sz="2800" u="none">
                <a:solidFill>
                  <a:schemeClr val="dk1"/>
                </a:solidFill>
                <a:latin typeface="Arial"/>
                <a:ea typeface="Arial"/>
                <a:cs typeface="Arial"/>
                <a:sym typeface="Arial"/>
              </a:rPr>
              <a:t>fringe </a:t>
            </a:r>
            <a:r>
              <a:rPr b="0" i="0" lang="en-US" sz="2800" u="none">
                <a:solidFill>
                  <a:schemeClr val="dk1"/>
                </a:solidFill>
                <a:latin typeface="Arial"/>
                <a:ea typeface="Arial"/>
                <a:cs typeface="Arial"/>
                <a:sym typeface="Arial"/>
              </a:rPr>
              <a:t>is a LIFO queue (= stack)</a:t>
            </a:r>
            <a:endParaRPr/>
          </a:p>
          <a:p>
            <a:pPr indent="-165100" lvl="0" marL="342900" rtl="0" algn="l">
              <a:spcBef>
                <a:spcPts val="560"/>
              </a:spcBef>
              <a:spcAft>
                <a:spcPts val="0"/>
              </a:spcAft>
              <a:buClr>
                <a:schemeClr val="dk1"/>
              </a:buClr>
              <a:buSzPts val="2800"/>
              <a:buFont typeface="Arial"/>
              <a:buNone/>
            </a:pPr>
            <a:r>
              <a:t/>
            </a:r>
            <a:endParaRPr b="0" i="0" sz="2800" u="none">
              <a:solidFill>
                <a:schemeClr val="dk1"/>
              </a:solidFill>
              <a:latin typeface="Arial"/>
              <a:ea typeface="Arial"/>
              <a:cs typeface="Arial"/>
              <a:sym typeface="Arial"/>
            </a:endParaRPr>
          </a:p>
        </p:txBody>
      </p:sp>
      <p:pic>
        <p:nvPicPr>
          <p:cNvPr id="494" name="Google Shape;494;p46"/>
          <p:cNvPicPr preferRelativeResize="0"/>
          <p:nvPr>
            <p:ph idx="1" type="body"/>
          </p:nvPr>
        </p:nvPicPr>
        <p:blipFill rotWithShape="1">
          <a:blip r:embed="rId3">
            <a:alphaModFix/>
          </a:blip>
          <a:srcRect b="0" l="0" r="0" t="0"/>
          <a:stretch/>
        </p:blipFill>
        <p:spPr>
          <a:xfrm>
            <a:off x="2057400" y="2743200"/>
            <a:ext cx="4876800" cy="3576637"/>
          </a:xfrm>
          <a:prstGeom prst="rect">
            <a:avLst/>
          </a:prstGeom>
          <a:noFill/>
          <a:ln>
            <a:noFill/>
          </a:ln>
        </p:spPr>
      </p:pic>
      <p:sp>
        <p:nvSpPr>
          <p:cNvPr id="495" name="Google Shape;495;p46"/>
          <p:cNvSpPr txBox="1"/>
          <p:nvPr/>
        </p:nvSpPr>
        <p:spPr>
          <a:xfrm>
            <a:off x="6934200" y="6550025"/>
            <a:ext cx="2133600" cy="231775"/>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0" i="0" lang="en-US" sz="1400" u="none" cap="none" strike="noStrike">
                <a:solidFill>
                  <a:schemeClr val="dk1"/>
                </a:solidFill>
                <a:latin typeface="Arial"/>
                <a:ea typeface="Arial"/>
                <a:cs typeface="Arial"/>
                <a:sym typeface="Arial"/>
              </a:rPr>
              <a:t>‹#›</a:t>
            </a:fld>
            <a:endParaRPr/>
          </a:p>
        </p:txBody>
      </p:sp>
      <p:pic>
        <p:nvPicPr>
          <p:cNvPr id="496" name="Google Shape;496;p46"/>
          <p:cNvPicPr preferRelativeResize="0"/>
          <p:nvPr/>
        </p:nvPicPr>
        <p:blipFill rotWithShape="1">
          <a:blip r:embed="rId4">
            <a:alphaModFix/>
          </a:blip>
          <a:srcRect b="0" l="0" r="0" t="0"/>
          <a:stretch/>
        </p:blipFill>
        <p:spPr>
          <a:xfrm>
            <a:off x="8229600" y="0"/>
            <a:ext cx="914400" cy="914400"/>
          </a:xfrm>
          <a:prstGeom prst="rect">
            <a:avLst/>
          </a:prstGeom>
          <a:noFill/>
          <a:ln>
            <a:noFill/>
          </a:ln>
        </p:spPr>
      </p:pic>
    </p:spTree>
  </p:cSld>
  <p:clrMapOvr>
    <a:masterClrMapping/>
  </p:clrMapOvr>
  <p:transition spd="slow">
    <p:fade thruBlk="1"/>
  </p:transition>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0" name="Shape 500"/>
        <p:cNvGrpSpPr/>
        <p:nvPr/>
      </p:nvGrpSpPr>
      <p:grpSpPr>
        <a:xfrm>
          <a:off x="0" y="0"/>
          <a:ext cx="0" cy="0"/>
          <a:chOff x="0" y="0"/>
          <a:chExt cx="0" cy="0"/>
        </a:xfrm>
      </p:grpSpPr>
      <p:sp>
        <p:nvSpPr>
          <p:cNvPr id="501" name="Google Shape;501;p47"/>
          <p:cNvSpPr txBox="1"/>
          <p:nvPr>
            <p:ph type="title"/>
          </p:nvPr>
        </p:nvSpPr>
        <p:spPr>
          <a:xfrm>
            <a:off x="457200" y="76200"/>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C00000"/>
              </a:buClr>
              <a:buSzPts val="4400"/>
              <a:buFont typeface="Arial"/>
              <a:buNone/>
            </a:pPr>
            <a:r>
              <a:rPr b="1" i="0" lang="en-US" sz="4400" u="none">
                <a:solidFill>
                  <a:srgbClr val="C00000"/>
                </a:solidFill>
                <a:latin typeface="Arial"/>
                <a:ea typeface="Arial"/>
                <a:cs typeface="Arial"/>
                <a:sym typeface="Arial"/>
              </a:rPr>
              <a:t>Depth-First Search</a:t>
            </a:r>
            <a:endParaRPr/>
          </a:p>
        </p:txBody>
      </p:sp>
      <p:sp>
        <p:nvSpPr>
          <p:cNvPr id="502" name="Google Shape;502;p47"/>
          <p:cNvSpPr txBox="1"/>
          <p:nvPr>
            <p:ph idx="1" type="body"/>
          </p:nvPr>
        </p:nvSpPr>
        <p:spPr>
          <a:xfrm>
            <a:off x="457200" y="1600200"/>
            <a:ext cx="8382000" cy="2185987"/>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1"/>
              </a:buClr>
              <a:buSzPts val="2800"/>
              <a:buFont typeface="Arial"/>
              <a:buChar char="•"/>
            </a:pPr>
            <a:r>
              <a:rPr b="0" i="0" lang="en-US" sz="2800" u="none">
                <a:solidFill>
                  <a:schemeClr val="dk1"/>
                </a:solidFill>
                <a:latin typeface="Arial"/>
                <a:ea typeface="Arial"/>
                <a:cs typeface="Arial"/>
                <a:sym typeface="Arial"/>
              </a:rPr>
              <a:t> Expand </a:t>
            </a:r>
            <a:r>
              <a:rPr b="0" i="1" lang="en-US" sz="2800" u="none">
                <a:solidFill>
                  <a:schemeClr val="dk1"/>
                </a:solidFill>
                <a:latin typeface="Arial"/>
                <a:ea typeface="Arial"/>
                <a:cs typeface="Arial"/>
                <a:sym typeface="Arial"/>
              </a:rPr>
              <a:t>deepest </a:t>
            </a:r>
            <a:r>
              <a:rPr b="0" i="0" lang="en-US" sz="2800" u="none">
                <a:solidFill>
                  <a:schemeClr val="dk1"/>
                </a:solidFill>
                <a:latin typeface="Arial"/>
                <a:ea typeface="Arial"/>
                <a:cs typeface="Arial"/>
                <a:sym typeface="Arial"/>
              </a:rPr>
              <a:t>unexpanded node</a:t>
            </a:r>
            <a:endParaRPr/>
          </a:p>
          <a:p>
            <a:pPr indent="-342900" lvl="0" marL="342900" rtl="0" algn="l">
              <a:lnSpc>
                <a:spcPct val="100000"/>
              </a:lnSpc>
              <a:spcBef>
                <a:spcPts val="560"/>
              </a:spcBef>
              <a:spcAft>
                <a:spcPts val="0"/>
              </a:spcAft>
              <a:buClr>
                <a:schemeClr val="dk1"/>
              </a:buClr>
              <a:buSzPts val="2800"/>
              <a:buFont typeface="Arial"/>
              <a:buChar char="•"/>
            </a:pPr>
            <a:r>
              <a:rPr b="0" i="0" lang="en-US" sz="2800" u="none">
                <a:solidFill>
                  <a:schemeClr val="dk1"/>
                </a:solidFill>
                <a:latin typeface="Arial"/>
                <a:ea typeface="Arial"/>
                <a:cs typeface="Arial"/>
                <a:sym typeface="Arial"/>
              </a:rPr>
              <a:t> Implementation: </a:t>
            </a:r>
            <a:r>
              <a:rPr b="0" i="1" lang="en-US" sz="2800" u="none">
                <a:solidFill>
                  <a:schemeClr val="dk1"/>
                </a:solidFill>
                <a:latin typeface="Arial"/>
                <a:ea typeface="Arial"/>
                <a:cs typeface="Arial"/>
                <a:sym typeface="Arial"/>
              </a:rPr>
              <a:t>fringe </a:t>
            </a:r>
            <a:r>
              <a:rPr b="0" i="0" lang="en-US" sz="2800" u="none">
                <a:solidFill>
                  <a:schemeClr val="dk1"/>
                </a:solidFill>
                <a:latin typeface="Arial"/>
                <a:ea typeface="Arial"/>
                <a:cs typeface="Arial"/>
                <a:sym typeface="Arial"/>
              </a:rPr>
              <a:t>is a LIFO queue (= stack)</a:t>
            </a:r>
            <a:endParaRPr/>
          </a:p>
          <a:p>
            <a:pPr indent="-165100" lvl="0" marL="342900" rtl="0" algn="l">
              <a:spcBef>
                <a:spcPts val="560"/>
              </a:spcBef>
              <a:spcAft>
                <a:spcPts val="0"/>
              </a:spcAft>
              <a:buClr>
                <a:schemeClr val="dk1"/>
              </a:buClr>
              <a:buSzPts val="2800"/>
              <a:buFont typeface="Arial"/>
              <a:buNone/>
            </a:pPr>
            <a:r>
              <a:t/>
            </a:r>
            <a:endParaRPr b="0" i="0" sz="2800" u="none">
              <a:solidFill>
                <a:schemeClr val="dk1"/>
              </a:solidFill>
              <a:latin typeface="Arial"/>
              <a:ea typeface="Arial"/>
              <a:cs typeface="Arial"/>
              <a:sym typeface="Arial"/>
            </a:endParaRPr>
          </a:p>
        </p:txBody>
      </p:sp>
      <p:pic>
        <p:nvPicPr>
          <p:cNvPr id="503" name="Google Shape;503;p47"/>
          <p:cNvPicPr preferRelativeResize="0"/>
          <p:nvPr>
            <p:ph idx="1" type="body"/>
          </p:nvPr>
        </p:nvPicPr>
        <p:blipFill rotWithShape="1">
          <a:blip r:embed="rId3">
            <a:alphaModFix/>
          </a:blip>
          <a:srcRect b="0" l="0" r="0" t="0"/>
          <a:stretch/>
        </p:blipFill>
        <p:spPr>
          <a:xfrm>
            <a:off x="1905000" y="2819400"/>
            <a:ext cx="5181600" cy="3608387"/>
          </a:xfrm>
          <a:prstGeom prst="rect">
            <a:avLst/>
          </a:prstGeom>
          <a:noFill/>
          <a:ln>
            <a:noFill/>
          </a:ln>
        </p:spPr>
      </p:pic>
      <p:sp>
        <p:nvSpPr>
          <p:cNvPr id="504" name="Google Shape;504;p47"/>
          <p:cNvSpPr txBox="1"/>
          <p:nvPr/>
        </p:nvSpPr>
        <p:spPr>
          <a:xfrm>
            <a:off x="6934200" y="6550025"/>
            <a:ext cx="2133600" cy="231775"/>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0" i="0" lang="en-US" sz="1400" u="none" cap="none" strike="noStrike">
                <a:solidFill>
                  <a:schemeClr val="dk1"/>
                </a:solidFill>
                <a:latin typeface="Arial"/>
                <a:ea typeface="Arial"/>
                <a:cs typeface="Arial"/>
                <a:sym typeface="Arial"/>
              </a:rPr>
              <a:t>‹#›</a:t>
            </a:fld>
            <a:endParaRPr/>
          </a:p>
        </p:txBody>
      </p:sp>
      <p:pic>
        <p:nvPicPr>
          <p:cNvPr id="505" name="Google Shape;505;p47"/>
          <p:cNvPicPr preferRelativeResize="0"/>
          <p:nvPr/>
        </p:nvPicPr>
        <p:blipFill rotWithShape="1">
          <a:blip r:embed="rId4">
            <a:alphaModFix/>
          </a:blip>
          <a:srcRect b="0" l="0" r="0" t="0"/>
          <a:stretch/>
        </p:blipFill>
        <p:spPr>
          <a:xfrm>
            <a:off x="8229600" y="0"/>
            <a:ext cx="914400" cy="914400"/>
          </a:xfrm>
          <a:prstGeom prst="rect">
            <a:avLst/>
          </a:prstGeom>
          <a:noFill/>
          <a:ln>
            <a:noFill/>
          </a:ln>
        </p:spPr>
      </p:pic>
    </p:spTree>
  </p:cSld>
  <p:clrMapOvr>
    <a:masterClrMapping/>
  </p:clrMapOvr>
  <p:transition spd="slow">
    <p:fade thruBlk="1"/>
  </p:transition>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9" name="Shape 509"/>
        <p:cNvGrpSpPr/>
        <p:nvPr/>
      </p:nvGrpSpPr>
      <p:grpSpPr>
        <a:xfrm>
          <a:off x="0" y="0"/>
          <a:ext cx="0" cy="0"/>
          <a:chOff x="0" y="0"/>
          <a:chExt cx="0" cy="0"/>
        </a:xfrm>
      </p:grpSpPr>
      <p:sp>
        <p:nvSpPr>
          <p:cNvPr id="510" name="Google Shape;510;p48"/>
          <p:cNvSpPr txBox="1"/>
          <p:nvPr>
            <p:ph type="title"/>
          </p:nvPr>
        </p:nvSpPr>
        <p:spPr>
          <a:xfrm>
            <a:off x="457200" y="76200"/>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C00000"/>
              </a:buClr>
              <a:buSzPts val="4400"/>
              <a:buFont typeface="Arial"/>
              <a:buNone/>
            </a:pPr>
            <a:r>
              <a:rPr b="1" i="0" lang="en-US" sz="4400" u="none">
                <a:solidFill>
                  <a:srgbClr val="C00000"/>
                </a:solidFill>
                <a:latin typeface="Arial"/>
                <a:ea typeface="Arial"/>
                <a:cs typeface="Arial"/>
                <a:sym typeface="Arial"/>
              </a:rPr>
              <a:t>Depth-First Search</a:t>
            </a:r>
            <a:endParaRPr/>
          </a:p>
        </p:txBody>
      </p:sp>
      <p:sp>
        <p:nvSpPr>
          <p:cNvPr id="511" name="Google Shape;511;p48"/>
          <p:cNvSpPr txBox="1"/>
          <p:nvPr>
            <p:ph idx="1" type="body"/>
          </p:nvPr>
        </p:nvSpPr>
        <p:spPr>
          <a:xfrm>
            <a:off x="457200" y="1600200"/>
            <a:ext cx="8534400" cy="2185987"/>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1"/>
              </a:buClr>
              <a:buSzPts val="2800"/>
              <a:buFont typeface="Arial"/>
              <a:buChar char="•"/>
            </a:pPr>
            <a:r>
              <a:rPr b="0" i="0" lang="en-US" sz="2800" u="none">
                <a:solidFill>
                  <a:schemeClr val="dk1"/>
                </a:solidFill>
                <a:latin typeface="Arial"/>
                <a:ea typeface="Arial"/>
                <a:cs typeface="Arial"/>
                <a:sym typeface="Arial"/>
              </a:rPr>
              <a:t> Expand </a:t>
            </a:r>
            <a:r>
              <a:rPr b="0" i="1" lang="en-US" sz="2800" u="none">
                <a:solidFill>
                  <a:schemeClr val="dk1"/>
                </a:solidFill>
                <a:latin typeface="Arial"/>
                <a:ea typeface="Arial"/>
                <a:cs typeface="Arial"/>
                <a:sym typeface="Arial"/>
              </a:rPr>
              <a:t>deepest </a:t>
            </a:r>
            <a:r>
              <a:rPr b="0" i="0" lang="en-US" sz="2800" u="none">
                <a:solidFill>
                  <a:schemeClr val="dk1"/>
                </a:solidFill>
                <a:latin typeface="Arial"/>
                <a:ea typeface="Arial"/>
                <a:cs typeface="Arial"/>
                <a:sym typeface="Arial"/>
              </a:rPr>
              <a:t>unexpanded node</a:t>
            </a:r>
            <a:endParaRPr/>
          </a:p>
          <a:p>
            <a:pPr indent="-342900" lvl="0" marL="342900" rtl="0" algn="l">
              <a:lnSpc>
                <a:spcPct val="100000"/>
              </a:lnSpc>
              <a:spcBef>
                <a:spcPts val="560"/>
              </a:spcBef>
              <a:spcAft>
                <a:spcPts val="0"/>
              </a:spcAft>
              <a:buClr>
                <a:schemeClr val="dk1"/>
              </a:buClr>
              <a:buSzPts val="2800"/>
              <a:buFont typeface="Arial"/>
              <a:buChar char="•"/>
            </a:pPr>
            <a:r>
              <a:rPr b="0" i="0" lang="en-US" sz="2800" u="none">
                <a:solidFill>
                  <a:schemeClr val="dk1"/>
                </a:solidFill>
                <a:latin typeface="Arial"/>
                <a:ea typeface="Arial"/>
                <a:cs typeface="Arial"/>
                <a:sym typeface="Arial"/>
              </a:rPr>
              <a:t> Implementation: </a:t>
            </a:r>
            <a:r>
              <a:rPr b="0" i="1" lang="en-US" sz="2800" u="none">
                <a:solidFill>
                  <a:schemeClr val="dk1"/>
                </a:solidFill>
                <a:latin typeface="Arial"/>
                <a:ea typeface="Arial"/>
                <a:cs typeface="Arial"/>
                <a:sym typeface="Arial"/>
              </a:rPr>
              <a:t>fringe </a:t>
            </a:r>
            <a:r>
              <a:rPr b="0" i="0" lang="en-US" sz="2800" u="none">
                <a:solidFill>
                  <a:schemeClr val="dk1"/>
                </a:solidFill>
                <a:latin typeface="Arial"/>
                <a:ea typeface="Arial"/>
                <a:cs typeface="Arial"/>
                <a:sym typeface="Arial"/>
              </a:rPr>
              <a:t>is a LIFO queue (= stack)</a:t>
            </a:r>
            <a:endParaRPr/>
          </a:p>
          <a:p>
            <a:pPr indent="-165100" lvl="0" marL="342900" rtl="0" algn="l">
              <a:spcBef>
                <a:spcPts val="560"/>
              </a:spcBef>
              <a:spcAft>
                <a:spcPts val="0"/>
              </a:spcAft>
              <a:buClr>
                <a:schemeClr val="dk1"/>
              </a:buClr>
              <a:buSzPts val="2800"/>
              <a:buFont typeface="Arial"/>
              <a:buNone/>
            </a:pPr>
            <a:r>
              <a:t/>
            </a:r>
            <a:endParaRPr b="0" i="0" sz="2800" u="none">
              <a:solidFill>
                <a:schemeClr val="dk1"/>
              </a:solidFill>
              <a:latin typeface="Arial"/>
              <a:ea typeface="Arial"/>
              <a:cs typeface="Arial"/>
              <a:sym typeface="Arial"/>
            </a:endParaRPr>
          </a:p>
        </p:txBody>
      </p:sp>
      <p:pic>
        <p:nvPicPr>
          <p:cNvPr id="512" name="Google Shape;512;p48"/>
          <p:cNvPicPr preferRelativeResize="0"/>
          <p:nvPr>
            <p:ph idx="1" type="body"/>
          </p:nvPr>
        </p:nvPicPr>
        <p:blipFill rotWithShape="1">
          <a:blip r:embed="rId3">
            <a:alphaModFix/>
          </a:blip>
          <a:srcRect b="0" l="0" r="0" t="0"/>
          <a:stretch/>
        </p:blipFill>
        <p:spPr>
          <a:xfrm>
            <a:off x="1828800" y="2895600"/>
            <a:ext cx="5181600" cy="3395662"/>
          </a:xfrm>
          <a:prstGeom prst="rect">
            <a:avLst/>
          </a:prstGeom>
          <a:noFill/>
          <a:ln>
            <a:noFill/>
          </a:ln>
        </p:spPr>
      </p:pic>
      <p:sp>
        <p:nvSpPr>
          <p:cNvPr id="513" name="Google Shape;513;p48"/>
          <p:cNvSpPr txBox="1"/>
          <p:nvPr/>
        </p:nvSpPr>
        <p:spPr>
          <a:xfrm>
            <a:off x="6934200" y="6550025"/>
            <a:ext cx="2133600" cy="231775"/>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0" i="0" lang="en-US" sz="1400" u="none" cap="none" strike="noStrike">
                <a:solidFill>
                  <a:schemeClr val="dk1"/>
                </a:solidFill>
                <a:latin typeface="Arial"/>
                <a:ea typeface="Arial"/>
                <a:cs typeface="Arial"/>
                <a:sym typeface="Arial"/>
              </a:rPr>
              <a:t>‹#›</a:t>
            </a:fld>
            <a:endParaRPr/>
          </a:p>
        </p:txBody>
      </p:sp>
      <p:pic>
        <p:nvPicPr>
          <p:cNvPr id="514" name="Google Shape;514;p48"/>
          <p:cNvPicPr preferRelativeResize="0"/>
          <p:nvPr/>
        </p:nvPicPr>
        <p:blipFill rotWithShape="1">
          <a:blip r:embed="rId4">
            <a:alphaModFix/>
          </a:blip>
          <a:srcRect b="0" l="0" r="0" t="0"/>
          <a:stretch/>
        </p:blipFill>
        <p:spPr>
          <a:xfrm>
            <a:off x="8229600" y="0"/>
            <a:ext cx="914400" cy="914400"/>
          </a:xfrm>
          <a:prstGeom prst="rect">
            <a:avLst/>
          </a:prstGeom>
          <a:noFill/>
          <a:ln>
            <a:noFill/>
          </a:ln>
        </p:spPr>
      </p:pic>
    </p:spTree>
  </p:cSld>
  <p:clrMapOvr>
    <a:masterClrMapping/>
  </p:clrMapOvr>
  <p:transition spd="slow">
    <p:fade thruBlk="1"/>
  </p:transition>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8" name="Shape 518"/>
        <p:cNvGrpSpPr/>
        <p:nvPr/>
      </p:nvGrpSpPr>
      <p:grpSpPr>
        <a:xfrm>
          <a:off x="0" y="0"/>
          <a:ext cx="0" cy="0"/>
          <a:chOff x="0" y="0"/>
          <a:chExt cx="0" cy="0"/>
        </a:xfrm>
      </p:grpSpPr>
      <p:pic>
        <p:nvPicPr>
          <p:cNvPr id="519" name="Google Shape;519;p49"/>
          <p:cNvPicPr preferRelativeResize="0"/>
          <p:nvPr>
            <p:ph idx="1" type="body"/>
          </p:nvPr>
        </p:nvPicPr>
        <p:blipFill rotWithShape="1">
          <a:blip r:embed="rId3">
            <a:alphaModFix/>
          </a:blip>
          <a:srcRect b="0" l="0" r="0" t="0"/>
          <a:stretch/>
        </p:blipFill>
        <p:spPr>
          <a:xfrm>
            <a:off x="1828800" y="2819400"/>
            <a:ext cx="5181600" cy="3530600"/>
          </a:xfrm>
          <a:prstGeom prst="rect">
            <a:avLst/>
          </a:prstGeom>
          <a:noFill/>
          <a:ln>
            <a:noFill/>
          </a:ln>
        </p:spPr>
      </p:pic>
      <p:sp>
        <p:nvSpPr>
          <p:cNvPr id="520" name="Google Shape;520;p49"/>
          <p:cNvSpPr txBox="1"/>
          <p:nvPr/>
        </p:nvSpPr>
        <p:spPr>
          <a:xfrm>
            <a:off x="457200" y="76200"/>
            <a:ext cx="8229600" cy="1143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C00000"/>
              </a:buClr>
              <a:buSzPts val="4400"/>
              <a:buFont typeface="Arial"/>
              <a:buNone/>
            </a:pPr>
            <a:r>
              <a:rPr b="1" i="0" lang="en-US" sz="4400" u="none" cap="none" strike="noStrike">
                <a:solidFill>
                  <a:srgbClr val="C00000"/>
                </a:solidFill>
                <a:latin typeface="Arial"/>
                <a:ea typeface="Arial"/>
                <a:cs typeface="Arial"/>
                <a:sym typeface="Arial"/>
              </a:rPr>
              <a:t>Depth-First Search</a:t>
            </a:r>
            <a:endParaRPr/>
          </a:p>
        </p:txBody>
      </p:sp>
      <p:sp>
        <p:nvSpPr>
          <p:cNvPr id="521" name="Google Shape;521;p49"/>
          <p:cNvSpPr txBox="1"/>
          <p:nvPr/>
        </p:nvSpPr>
        <p:spPr>
          <a:xfrm>
            <a:off x="457200" y="1600200"/>
            <a:ext cx="8458200" cy="2185987"/>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2800"/>
              <a:buFont typeface="Arial"/>
              <a:buChar char="•"/>
            </a:pPr>
            <a:r>
              <a:rPr b="0" i="0" lang="en-US" sz="2800" u="none" cap="none" strike="noStrike">
                <a:solidFill>
                  <a:schemeClr val="dk1"/>
                </a:solidFill>
                <a:latin typeface="Arial"/>
                <a:ea typeface="Arial"/>
                <a:cs typeface="Arial"/>
                <a:sym typeface="Arial"/>
              </a:rPr>
              <a:t> Expand </a:t>
            </a:r>
            <a:r>
              <a:rPr b="0" i="1" lang="en-US" sz="2800" u="none" cap="none" strike="noStrike">
                <a:solidFill>
                  <a:schemeClr val="dk1"/>
                </a:solidFill>
                <a:latin typeface="Arial"/>
                <a:ea typeface="Arial"/>
                <a:cs typeface="Arial"/>
                <a:sym typeface="Arial"/>
              </a:rPr>
              <a:t>deepest </a:t>
            </a:r>
            <a:r>
              <a:rPr b="0" i="0" lang="en-US" sz="2800" u="none" cap="none" strike="noStrike">
                <a:solidFill>
                  <a:schemeClr val="dk1"/>
                </a:solidFill>
                <a:latin typeface="Arial"/>
                <a:ea typeface="Arial"/>
                <a:cs typeface="Arial"/>
                <a:sym typeface="Arial"/>
              </a:rPr>
              <a:t>unexpanded node</a:t>
            </a:r>
            <a:endParaRPr/>
          </a:p>
          <a:p>
            <a:pPr indent="-342900" lvl="0" marL="342900" marR="0" rtl="0" algn="l">
              <a:lnSpc>
                <a:spcPct val="100000"/>
              </a:lnSpc>
              <a:spcBef>
                <a:spcPts val="560"/>
              </a:spcBef>
              <a:spcAft>
                <a:spcPts val="0"/>
              </a:spcAft>
              <a:buClr>
                <a:schemeClr val="dk1"/>
              </a:buClr>
              <a:buSzPts val="2800"/>
              <a:buFont typeface="Arial"/>
              <a:buChar char="•"/>
            </a:pPr>
            <a:r>
              <a:rPr b="0" i="0" lang="en-US" sz="2800" u="none" cap="none" strike="noStrike">
                <a:solidFill>
                  <a:schemeClr val="dk1"/>
                </a:solidFill>
                <a:latin typeface="Arial"/>
                <a:ea typeface="Arial"/>
                <a:cs typeface="Arial"/>
                <a:sym typeface="Arial"/>
              </a:rPr>
              <a:t> Implementation: </a:t>
            </a:r>
            <a:r>
              <a:rPr b="0" i="1" lang="en-US" sz="2800" u="none" cap="none" strike="noStrike">
                <a:solidFill>
                  <a:schemeClr val="dk1"/>
                </a:solidFill>
                <a:latin typeface="Arial"/>
                <a:ea typeface="Arial"/>
                <a:cs typeface="Arial"/>
                <a:sym typeface="Arial"/>
              </a:rPr>
              <a:t>fringe </a:t>
            </a:r>
            <a:r>
              <a:rPr b="0" i="0" lang="en-US" sz="2800" u="none" cap="none" strike="noStrike">
                <a:solidFill>
                  <a:schemeClr val="dk1"/>
                </a:solidFill>
                <a:latin typeface="Arial"/>
                <a:ea typeface="Arial"/>
                <a:cs typeface="Arial"/>
                <a:sym typeface="Arial"/>
              </a:rPr>
              <a:t>is a LIFO queue (= stack)</a:t>
            </a:r>
            <a:endParaRPr/>
          </a:p>
          <a:p>
            <a:pPr indent="0" lvl="0" marL="0" marR="0" rtl="0" algn="l">
              <a:lnSpc>
                <a:spcPct val="100000"/>
              </a:lnSpc>
              <a:spcBef>
                <a:spcPts val="0"/>
              </a:spcBef>
              <a:spcAft>
                <a:spcPts val="0"/>
              </a:spcAft>
              <a:buNone/>
            </a:pPr>
            <a:r>
              <a:t/>
            </a:r>
            <a:endParaRPr b="0" i="0" sz="2800" u="none">
              <a:solidFill>
                <a:schemeClr val="dk1"/>
              </a:solidFill>
              <a:latin typeface="Arial"/>
              <a:ea typeface="Arial"/>
              <a:cs typeface="Arial"/>
              <a:sym typeface="Arial"/>
            </a:endParaRPr>
          </a:p>
        </p:txBody>
      </p:sp>
      <p:sp>
        <p:nvSpPr>
          <p:cNvPr id="522" name="Google Shape;522;p49"/>
          <p:cNvSpPr txBox="1"/>
          <p:nvPr/>
        </p:nvSpPr>
        <p:spPr>
          <a:xfrm>
            <a:off x="6934200" y="6550025"/>
            <a:ext cx="2133600" cy="231775"/>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0" i="0" lang="en-US" sz="1400" u="none">
                <a:solidFill>
                  <a:schemeClr val="dk1"/>
                </a:solidFill>
                <a:latin typeface="Arial"/>
                <a:ea typeface="Arial"/>
                <a:cs typeface="Arial"/>
                <a:sym typeface="Arial"/>
              </a:rPr>
              <a:t>‹#›</a:t>
            </a:fld>
            <a:endParaRPr/>
          </a:p>
        </p:txBody>
      </p:sp>
      <p:pic>
        <p:nvPicPr>
          <p:cNvPr id="523" name="Google Shape;523;p49"/>
          <p:cNvPicPr preferRelativeResize="0"/>
          <p:nvPr/>
        </p:nvPicPr>
        <p:blipFill rotWithShape="1">
          <a:blip r:embed="rId4">
            <a:alphaModFix/>
          </a:blip>
          <a:srcRect b="0" l="0" r="0" t="0"/>
          <a:stretch/>
        </p:blipFill>
        <p:spPr>
          <a:xfrm>
            <a:off x="8229600" y="0"/>
            <a:ext cx="914400" cy="914400"/>
          </a:xfrm>
          <a:prstGeom prst="rect">
            <a:avLst/>
          </a:prstGeom>
          <a:noFill/>
          <a:ln>
            <a:noFill/>
          </a:ln>
        </p:spPr>
      </p:pic>
    </p:spTree>
  </p:cSld>
  <p:clrMapOvr>
    <a:masterClrMapping/>
  </p:clrMapOvr>
  <p:transition spd="slow">
    <p:fade thruBlk="1"/>
  </p:transition>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7" name="Shape 527"/>
        <p:cNvGrpSpPr/>
        <p:nvPr/>
      </p:nvGrpSpPr>
      <p:grpSpPr>
        <a:xfrm>
          <a:off x="0" y="0"/>
          <a:ext cx="0" cy="0"/>
          <a:chOff x="0" y="0"/>
          <a:chExt cx="0" cy="0"/>
        </a:xfrm>
      </p:grpSpPr>
      <p:sp>
        <p:nvSpPr>
          <p:cNvPr id="528" name="Google Shape;528;p50"/>
          <p:cNvSpPr txBox="1"/>
          <p:nvPr>
            <p:ph type="title"/>
          </p:nvPr>
        </p:nvSpPr>
        <p:spPr>
          <a:xfrm>
            <a:off x="457200" y="76200"/>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C00000"/>
              </a:buClr>
              <a:buSzPts val="4400"/>
              <a:buFont typeface="Arial"/>
              <a:buNone/>
            </a:pPr>
            <a:r>
              <a:rPr b="1" i="0" lang="en-US" sz="4400" u="none">
                <a:solidFill>
                  <a:srgbClr val="C00000"/>
                </a:solidFill>
                <a:latin typeface="Arial"/>
                <a:ea typeface="Arial"/>
                <a:cs typeface="Arial"/>
                <a:sym typeface="Arial"/>
              </a:rPr>
              <a:t>Depth-First Search</a:t>
            </a:r>
            <a:endParaRPr/>
          </a:p>
        </p:txBody>
      </p:sp>
      <p:sp>
        <p:nvSpPr>
          <p:cNvPr id="529" name="Google Shape;529;p50"/>
          <p:cNvSpPr txBox="1"/>
          <p:nvPr>
            <p:ph idx="1" type="body"/>
          </p:nvPr>
        </p:nvSpPr>
        <p:spPr>
          <a:xfrm>
            <a:off x="457200" y="1600200"/>
            <a:ext cx="8458200" cy="2185987"/>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1"/>
              </a:buClr>
              <a:buSzPts val="2800"/>
              <a:buFont typeface="Arial"/>
              <a:buChar char="•"/>
            </a:pPr>
            <a:r>
              <a:rPr b="0" i="0" lang="en-US" sz="2800" u="none">
                <a:solidFill>
                  <a:schemeClr val="dk1"/>
                </a:solidFill>
                <a:latin typeface="Arial"/>
                <a:ea typeface="Arial"/>
                <a:cs typeface="Arial"/>
                <a:sym typeface="Arial"/>
              </a:rPr>
              <a:t> Expand </a:t>
            </a:r>
            <a:r>
              <a:rPr b="0" i="1" lang="en-US" sz="2800" u="none">
                <a:solidFill>
                  <a:schemeClr val="dk1"/>
                </a:solidFill>
                <a:latin typeface="Arial"/>
                <a:ea typeface="Arial"/>
                <a:cs typeface="Arial"/>
                <a:sym typeface="Arial"/>
              </a:rPr>
              <a:t>deepest </a:t>
            </a:r>
            <a:r>
              <a:rPr b="0" i="0" lang="en-US" sz="2800" u="none">
                <a:solidFill>
                  <a:schemeClr val="dk1"/>
                </a:solidFill>
                <a:latin typeface="Arial"/>
                <a:ea typeface="Arial"/>
                <a:cs typeface="Arial"/>
                <a:sym typeface="Arial"/>
              </a:rPr>
              <a:t>unexpanded node</a:t>
            </a:r>
            <a:endParaRPr/>
          </a:p>
          <a:p>
            <a:pPr indent="-342900" lvl="0" marL="342900" rtl="0" algn="l">
              <a:lnSpc>
                <a:spcPct val="100000"/>
              </a:lnSpc>
              <a:spcBef>
                <a:spcPts val="560"/>
              </a:spcBef>
              <a:spcAft>
                <a:spcPts val="0"/>
              </a:spcAft>
              <a:buClr>
                <a:schemeClr val="dk1"/>
              </a:buClr>
              <a:buSzPts val="2800"/>
              <a:buFont typeface="Arial"/>
              <a:buChar char="•"/>
            </a:pPr>
            <a:r>
              <a:rPr b="0" i="0" lang="en-US" sz="2800" u="none">
                <a:solidFill>
                  <a:schemeClr val="dk1"/>
                </a:solidFill>
                <a:latin typeface="Arial"/>
                <a:ea typeface="Arial"/>
                <a:cs typeface="Arial"/>
                <a:sym typeface="Arial"/>
              </a:rPr>
              <a:t> Implementation: </a:t>
            </a:r>
            <a:r>
              <a:rPr b="0" i="1" lang="en-US" sz="2800" u="none">
                <a:solidFill>
                  <a:schemeClr val="dk1"/>
                </a:solidFill>
                <a:latin typeface="Arial"/>
                <a:ea typeface="Arial"/>
                <a:cs typeface="Arial"/>
                <a:sym typeface="Arial"/>
              </a:rPr>
              <a:t>fringe </a:t>
            </a:r>
            <a:r>
              <a:rPr b="0" i="0" lang="en-US" sz="2800" u="none">
                <a:solidFill>
                  <a:schemeClr val="dk1"/>
                </a:solidFill>
                <a:latin typeface="Arial"/>
                <a:ea typeface="Arial"/>
                <a:cs typeface="Arial"/>
                <a:sym typeface="Arial"/>
              </a:rPr>
              <a:t>is a LIFO queue (= stack)</a:t>
            </a:r>
            <a:endParaRPr/>
          </a:p>
          <a:p>
            <a:pPr indent="-165100" lvl="0" marL="342900" rtl="0" algn="l">
              <a:spcBef>
                <a:spcPts val="560"/>
              </a:spcBef>
              <a:spcAft>
                <a:spcPts val="0"/>
              </a:spcAft>
              <a:buClr>
                <a:schemeClr val="dk1"/>
              </a:buClr>
              <a:buSzPts val="2800"/>
              <a:buFont typeface="Arial"/>
              <a:buNone/>
            </a:pPr>
            <a:r>
              <a:t/>
            </a:r>
            <a:endParaRPr b="0" i="0" sz="2800" u="none">
              <a:solidFill>
                <a:schemeClr val="dk1"/>
              </a:solidFill>
              <a:latin typeface="Arial"/>
              <a:ea typeface="Arial"/>
              <a:cs typeface="Arial"/>
              <a:sym typeface="Arial"/>
            </a:endParaRPr>
          </a:p>
        </p:txBody>
      </p:sp>
      <p:pic>
        <p:nvPicPr>
          <p:cNvPr id="530" name="Google Shape;530;p50"/>
          <p:cNvPicPr preferRelativeResize="0"/>
          <p:nvPr>
            <p:ph idx="1" type="body"/>
          </p:nvPr>
        </p:nvPicPr>
        <p:blipFill rotWithShape="1">
          <a:blip r:embed="rId3">
            <a:alphaModFix/>
          </a:blip>
          <a:srcRect b="0" l="0" r="0" t="0"/>
          <a:stretch/>
        </p:blipFill>
        <p:spPr>
          <a:xfrm>
            <a:off x="1905000" y="2743200"/>
            <a:ext cx="5105400" cy="3397250"/>
          </a:xfrm>
          <a:prstGeom prst="rect">
            <a:avLst/>
          </a:prstGeom>
          <a:noFill/>
          <a:ln>
            <a:noFill/>
          </a:ln>
        </p:spPr>
      </p:pic>
      <p:sp>
        <p:nvSpPr>
          <p:cNvPr id="531" name="Google Shape;531;p50"/>
          <p:cNvSpPr txBox="1"/>
          <p:nvPr/>
        </p:nvSpPr>
        <p:spPr>
          <a:xfrm>
            <a:off x="6934200" y="6550025"/>
            <a:ext cx="2133600" cy="231775"/>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0" i="0" lang="en-US" sz="1400" u="none">
                <a:solidFill>
                  <a:schemeClr val="dk1"/>
                </a:solidFill>
                <a:latin typeface="Arial"/>
                <a:ea typeface="Arial"/>
                <a:cs typeface="Arial"/>
                <a:sym typeface="Arial"/>
              </a:rPr>
              <a:t>‹#›</a:t>
            </a:fld>
            <a:endParaRPr/>
          </a:p>
        </p:txBody>
      </p:sp>
      <p:pic>
        <p:nvPicPr>
          <p:cNvPr id="532" name="Google Shape;532;p50"/>
          <p:cNvPicPr preferRelativeResize="0"/>
          <p:nvPr/>
        </p:nvPicPr>
        <p:blipFill rotWithShape="1">
          <a:blip r:embed="rId4">
            <a:alphaModFix/>
          </a:blip>
          <a:srcRect b="0" l="0" r="0" t="0"/>
          <a:stretch/>
        </p:blipFill>
        <p:spPr>
          <a:xfrm>
            <a:off x="8229600" y="0"/>
            <a:ext cx="914400" cy="914400"/>
          </a:xfrm>
          <a:prstGeom prst="rect">
            <a:avLst/>
          </a:prstGeom>
          <a:noFill/>
          <a:ln>
            <a:noFill/>
          </a:ln>
        </p:spPr>
      </p:pic>
    </p:spTree>
  </p:cSld>
  <p:clrMapOvr>
    <a:masterClrMapping/>
  </p:clrMapOvr>
  <p:transition spd="slow">
    <p:fade thruBlk="1"/>
  </p:transition>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6" name="Shape 536"/>
        <p:cNvGrpSpPr/>
        <p:nvPr/>
      </p:nvGrpSpPr>
      <p:grpSpPr>
        <a:xfrm>
          <a:off x="0" y="0"/>
          <a:ext cx="0" cy="0"/>
          <a:chOff x="0" y="0"/>
          <a:chExt cx="0" cy="0"/>
        </a:xfrm>
      </p:grpSpPr>
      <p:sp>
        <p:nvSpPr>
          <p:cNvPr id="537" name="Google Shape;537;p51"/>
          <p:cNvSpPr txBox="1"/>
          <p:nvPr>
            <p:ph type="title"/>
          </p:nvPr>
        </p:nvSpPr>
        <p:spPr>
          <a:xfrm>
            <a:off x="457200" y="76200"/>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C00000"/>
              </a:buClr>
              <a:buSzPts val="4400"/>
              <a:buFont typeface="Arial"/>
              <a:buNone/>
            </a:pPr>
            <a:r>
              <a:rPr b="1" i="0" lang="en-US" sz="4400" u="none">
                <a:solidFill>
                  <a:srgbClr val="C00000"/>
                </a:solidFill>
                <a:latin typeface="Arial"/>
                <a:ea typeface="Arial"/>
                <a:cs typeface="Arial"/>
                <a:sym typeface="Arial"/>
              </a:rPr>
              <a:t>Depth-First Search</a:t>
            </a:r>
            <a:endParaRPr/>
          </a:p>
        </p:txBody>
      </p:sp>
      <p:sp>
        <p:nvSpPr>
          <p:cNvPr id="538" name="Google Shape;538;p51"/>
          <p:cNvSpPr txBox="1"/>
          <p:nvPr>
            <p:ph idx="1" type="body"/>
          </p:nvPr>
        </p:nvSpPr>
        <p:spPr>
          <a:xfrm>
            <a:off x="457200" y="1600200"/>
            <a:ext cx="8458200" cy="2185987"/>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1"/>
              </a:buClr>
              <a:buSzPts val="2800"/>
              <a:buFont typeface="Arial"/>
              <a:buChar char="•"/>
            </a:pPr>
            <a:r>
              <a:rPr b="0" i="0" lang="en-US" sz="2800" u="none">
                <a:solidFill>
                  <a:schemeClr val="dk1"/>
                </a:solidFill>
                <a:latin typeface="Arial"/>
                <a:ea typeface="Arial"/>
                <a:cs typeface="Arial"/>
                <a:sym typeface="Arial"/>
              </a:rPr>
              <a:t> Expand </a:t>
            </a:r>
            <a:r>
              <a:rPr b="0" i="1" lang="en-US" sz="2800" u="none">
                <a:solidFill>
                  <a:schemeClr val="dk1"/>
                </a:solidFill>
                <a:latin typeface="Arial"/>
                <a:ea typeface="Arial"/>
                <a:cs typeface="Arial"/>
                <a:sym typeface="Arial"/>
              </a:rPr>
              <a:t>deepest </a:t>
            </a:r>
            <a:r>
              <a:rPr b="0" i="0" lang="en-US" sz="2800" u="none">
                <a:solidFill>
                  <a:schemeClr val="dk1"/>
                </a:solidFill>
                <a:latin typeface="Arial"/>
                <a:ea typeface="Arial"/>
                <a:cs typeface="Arial"/>
                <a:sym typeface="Arial"/>
              </a:rPr>
              <a:t>unexpanded node</a:t>
            </a:r>
            <a:endParaRPr/>
          </a:p>
          <a:p>
            <a:pPr indent="-342900" lvl="0" marL="342900" rtl="0" algn="l">
              <a:lnSpc>
                <a:spcPct val="100000"/>
              </a:lnSpc>
              <a:spcBef>
                <a:spcPts val="560"/>
              </a:spcBef>
              <a:spcAft>
                <a:spcPts val="0"/>
              </a:spcAft>
              <a:buClr>
                <a:schemeClr val="dk1"/>
              </a:buClr>
              <a:buSzPts val="2800"/>
              <a:buFont typeface="Arial"/>
              <a:buChar char="•"/>
            </a:pPr>
            <a:r>
              <a:rPr b="0" i="0" lang="en-US" sz="2800" u="none">
                <a:solidFill>
                  <a:schemeClr val="dk1"/>
                </a:solidFill>
                <a:latin typeface="Arial"/>
                <a:ea typeface="Arial"/>
                <a:cs typeface="Arial"/>
                <a:sym typeface="Arial"/>
              </a:rPr>
              <a:t> Implementation: </a:t>
            </a:r>
            <a:r>
              <a:rPr b="0" i="1" lang="en-US" sz="2800" u="none">
                <a:solidFill>
                  <a:schemeClr val="dk1"/>
                </a:solidFill>
                <a:latin typeface="Arial"/>
                <a:ea typeface="Arial"/>
                <a:cs typeface="Arial"/>
                <a:sym typeface="Arial"/>
              </a:rPr>
              <a:t>fringe </a:t>
            </a:r>
            <a:r>
              <a:rPr b="0" i="0" lang="en-US" sz="2800" u="none">
                <a:solidFill>
                  <a:schemeClr val="dk1"/>
                </a:solidFill>
                <a:latin typeface="Arial"/>
                <a:ea typeface="Arial"/>
                <a:cs typeface="Arial"/>
                <a:sym typeface="Arial"/>
              </a:rPr>
              <a:t>is a LIFO queue (= stack)</a:t>
            </a:r>
            <a:endParaRPr/>
          </a:p>
          <a:p>
            <a:pPr indent="-165100" lvl="0" marL="342900" rtl="0" algn="l">
              <a:spcBef>
                <a:spcPts val="560"/>
              </a:spcBef>
              <a:spcAft>
                <a:spcPts val="0"/>
              </a:spcAft>
              <a:buClr>
                <a:schemeClr val="dk1"/>
              </a:buClr>
              <a:buSzPts val="2800"/>
              <a:buFont typeface="Arial"/>
              <a:buNone/>
            </a:pPr>
            <a:r>
              <a:t/>
            </a:r>
            <a:endParaRPr b="0" i="0" sz="2800" u="none">
              <a:solidFill>
                <a:schemeClr val="dk1"/>
              </a:solidFill>
              <a:latin typeface="Arial"/>
              <a:ea typeface="Arial"/>
              <a:cs typeface="Arial"/>
              <a:sym typeface="Arial"/>
            </a:endParaRPr>
          </a:p>
        </p:txBody>
      </p:sp>
      <p:pic>
        <p:nvPicPr>
          <p:cNvPr id="539" name="Google Shape;539;p51"/>
          <p:cNvPicPr preferRelativeResize="0"/>
          <p:nvPr>
            <p:ph idx="1" type="body"/>
          </p:nvPr>
        </p:nvPicPr>
        <p:blipFill rotWithShape="1">
          <a:blip r:embed="rId3">
            <a:alphaModFix/>
          </a:blip>
          <a:srcRect b="0" l="0" r="0" t="0"/>
          <a:stretch/>
        </p:blipFill>
        <p:spPr>
          <a:xfrm>
            <a:off x="1752600" y="2755900"/>
            <a:ext cx="5334000" cy="3416300"/>
          </a:xfrm>
          <a:prstGeom prst="rect">
            <a:avLst/>
          </a:prstGeom>
          <a:noFill/>
          <a:ln>
            <a:noFill/>
          </a:ln>
        </p:spPr>
      </p:pic>
      <p:sp>
        <p:nvSpPr>
          <p:cNvPr id="540" name="Google Shape;540;p51"/>
          <p:cNvSpPr txBox="1"/>
          <p:nvPr/>
        </p:nvSpPr>
        <p:spPr>
          <a:xfrm>
            <a:off x="6934200" y="6550025"/>
            <a:ext cx="2133600" cy="231775"/>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0" i="0" lang="en-US" sz="1400" u="none">
                <a:solidFill>
                  <a:schemeClr val="dk1"/>
                </a:solidFill>
                <a:latin typeface="Arial"/>
                <a:ea typeface="Arial"/>
                <a:cs typeface="Arial"/>
                <a:sym typeface="Arial"/>
              </a:rPr>
              <a:t>‹#›</a:t>
            </a:fld>
            <a:endParaRPr/>
          </a:p>
        </p:txBody>
      </p:sp>
      <p:pic>
        <p:nvPicPr>
          <p:cNvPr id="541" name="Google Shape;541;p51"/>
          <p:cNvPicPr preferRelativeResize="0"/>
          <p:nvPr/>
        </p:nvPicPr>
        <p:blipFill rotWithShape="1">
          <a:blip r:embed="rId4">
            <a:alphaModFix/>
          </a:blip>
          <a:srcRect b="0" l="0" r="0" t="0"/>
          <a:stretch/>
        </p:blipFill>
        <p:spPr>
          <a:xfrm>
            <a:off x="8229600" y="0"/>
            <a:ext cx="914400" cy="914400"/>
          </a:xfrm>
          <a:prstGeom prst="rect">
            <a:avLst/>
          </a:prstGeom>
          <a:noFill/>
          <a:ln>
            <a:noFill/>
          </a:ln>
        </p:spPr>
      </p:pic>
    </p:spTree>
  </p:cSld>
  <p:clrMapOvr>
    <a:masterClrMapping/>
  </p:clrMapOvr>
  <p:transition spd="slow">
    <p:fade thruBlk="1"/>
  </p:transition>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5" name="Shape 545"/>
        <p:cNvGrpSpPr/>
        <p:nvPr/>
      </p:nvGrpSpPr>
      <p:grpSpPr>
        <a:xfrm>
          <a:off x="0" y="0"/>
          <a:ext cx="0" cy="0"/>
          <a:chOff x="0" y="0"/>
          <a:chExt cx="0" cy="0"/>
        </a:xfrm>
      </p:grpSpPr>
      <p:sp>
        <p:nvSpPr>
          <p:cNvPr id="546" name="Google Shape;546;p52"/>
          <p:cNvSpPr txBox="1"/>
          <p:nvPr>
            <p:ph type="title"/>
          </p:nvPr>
        </p:nvSpPr>
        <p:spPr>
          <a:xfrm>
            <a:off x="457200" y="76200"/>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C00000"/>
              </a:buClr>
              <a:buSzPts val="4400"/>
              <a:buFont typeface="Arial"/>
              <a:buNone/>
            </a:pPr>
            <a:r>
              <a:rPr b="1" i="0" lang="en-US" sz="4400" u="none">
                <a:solidFill>
                  <a:srgbClr val="C00000"/>
                </a:solidFill>
                <a:latin typeface="Arial"/>
                <a:ea typeface="Arial"/>
                <a:cs typeface="Arial"/>
                <a:sym typeface="Arial"/>
              </a:rPr>
              <a:t>Depth-First Search</a:t>
            </a:r>
            <a:endParaRPr/>
          </a:p>
        </p:txBody>
      </p:sp>
      <p:sp>
        <p:nvSpPr>
          <p:cNvPr id="547" name="Google Shape;547;p52"/>
          <p:cNvSpPr txBox="1"/>
          <p:nvPr>
            <p:ph idx="1" type="body"/>
          </p:nvPr>
        </p:nvSpPr>
        <p:spPr>
          <a:xfrm>
            <a:off x="457200" y="1600200"/>
            <a:ext cx="8458200" cy="2185987"/>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1"/>
              </a:buClr>
              <a:buSzPts val="2800"/>
              <a:buFont typeface="Arial"/>
              <a:buChar char="•"/>
            </a:pPr>
            <a:r>
              <a:rPr b="0" i="0" lang="en-US" sz="2800" u="none">
                <a:solidFill>
                  <a:schemeClr val="dk1"/>
                </a:solidFill>
                <a:latin typeface="Arial"/>
                <a:ea typeface="Arial"/>
                <a:cs typeface="Arial"/>
                <a:sym typeface="Arial"/>
              </a:rPr>
              <a:t> Expand </a:t>
            </a:r>
            <a:r>
              <a:rPr b="0" i="1" lang="en-US" sz="2800" u="none">
                <a:solidFill>
                  <a:schemeClr val="dk1"/>
                </a:solidFill>
                <a:latin typeface="Arial"/>
                <a:ea typeface="Arial"/>
                <a:cs typeface="Arial"/>
                <a:sym typeface="Arial"/>
              </a:rPr>
              <a:t>deepest </a:t>
            </a:r>
            <a:r>
              <a:rPr b="0" i="0" lang="en-US" sz="2800" u="none">
                <a:solidFill>
                  <a:schemeClr val="dk1"/>
                </a:solidFill>
                <a:latin typeface="Arial"/>
                <a:ea typeface="Arial"/>
                <a:cs typeface="Arial"/>
                <a:sym typeface="Arial"/>
              </a:rPr>
              <a:t>unexpanded node</a:t>
            </a:r>
            <a:endParaRPr/>
          </a:p>
          <a:p>
            <a:pPr indent="-342900" lvl="0" marL="342900" rtl="0" algn="l">
              <a:lnSpc>
                <a:spcPct val="100000"/>
              </a:lnSpc>
              <a:spcBef>
                <a:spcPts val="560"/>
              </a:spcBef>
              <a:spcAft>
                <a:spcPts val="0"/>
              </a:spcAft>
              <a:buClr>
                <a:schemeClr val="dk1"/>
              </a:buClr>
              <a:buSzPts val="2800"/>
              <a:buFont typeface="Arial"/>
              <a:buChar char="•"/>
            </a:pPr>
            <a:r>
              <a:rPr b="0" i="0" lang="en-US" sz="2800" u="none">
                <a:solidFill>
                  <a:schemeClr val="dk1"/>
                </a:solidFill>
                <a:latin typeface="Arial"/>
                <a:ea typeface="Arial"/>
                <a:cs typeface="Arial"/>
                <a:sym typeface="Arial"/>
              </a:rPr>
              <a:t> Implementation: </a:t>
            </a:r>
            <a:r>
              <a:rPr b="0" i="1" lang="en-US" sz="2800" u="none">
                <a:solidFill>
                  <a:schemeClr val="dk1"/>
                </a:solidFill>
                <a:latin typeface="Arial"/>
                <a:ea typeface="Arial"/>
                <a:cs typeface="Arial"/>
                <a:sym typeface="Arial"/>
              </a:rPr>
              <a:t>fringe </a:t>
            </a:r>
            <a:r>
              <a:rPr b="0" i="0" lang="en-US" sz="2800" u="none">
                <a:solidFill>
                  <a:schemeClr val="dk1"/>
                </a:solidFill>
                <a:latin typeface="Arial"/>
                <a:ea typeface="Arial"/>
                <a:cs typeface="Arial"/>
                <a:sym typeface="Arial"/>
              </a:rPr>
              <a:t>is a LIFO queue (= stack)</a:t>
            </a:r>
            <a:endParaRPr/>
          </a:p>
          <a:p>
            <a:pPr indent="-165100" lvl="0" marL="342900" rtl="0" algn="l">
              <a:spcBef>
                <a:spcPts val="560"/>
              </a:spcBef>
              <a:spcAft>
                <a:spcPts val="0"/>
              </a:spcAft>
              <a:buClr>
                <a:schemeClr val="dk1"/>
              </a:buClr>
              <a:buSzPts val="2800"/>
              <a:buFont typeface="Arial"/>
              <a:buNone/>
            </a:pPr>
            <a:r>
              <a:t/>
            </a:r>
            <a:endParaRPr b="0" i="0" sz="2800" u="none">
              <a:solidFill>
                <a:schemeClr val="dk1"/>
              </a:solidFill>
              <a:latin typeface="Arial"/>
              <a:ea typeface="Arial"/>
              <a:cs typeface="Arial"/>
              <a:sym typeface="Arial"/>
            </a:endParaRPr>
          </a:p>
        </p:txBody>
      </p:sp>
      <p:pic>
        <p:nvPicPr>
          <p:cNvPr id="548" name="Google Shape;548;p52"/>
          <p:cNvPicPr preferRelativeResize="0"/>
          <p:nvPr>
            <p:ph idx="1" type="body"/>
          </p:nvPr>
        </p:nvPicPr>
        <p:blipFill rotWithShape="1">
          <a:blip r:embed="rId3">
            <a:alphaModFix/>
          </a:blip>
          <a:srcRect b="0" l="0" r="0" t="0"/>
          <a:stretch/>
        </p:blipFill>
        <p:spPr>
          <a:xfrm>
            <a:off x="1752600" y="2895600"/>
            <a:ext cx="5181600" cy="3167062"/>
          </a:xfrm>
          <a:prstGeom prst="rect">
            <a:avLst/>
          </a:prstGeom>
          <a:noFill/>
          <a:ln>
            <a:noFill/>
          </a:ln>
        </p:spPr>
      </p:pic>
      <p:sp>
        <p:nvSpPr>
          <p:cNvPr id="549" name="Google Shape;549;p52"/>
          <p:cNvSpPr txBox="1"/>
          <p:nvPr/>
        </p:nvSpPr>
        <p:spPr>
          <a:xfrm>
            <a:off x="6934200" y="6550025"/>
            <a:ext cx="2133600" cy="231775"/>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0" i="0" lang="en-US" sz="1400" u="none">
                <a:solidFill>
                  <a:schemeClr val="dk1"/>
                </a:solidFill>
                <a:latin typeface="Arial"/>
                <a:ea typeface="Arial"/>
                <a:cs typeface="Arial"/>
                <a:sym typeface="Arial"/>
              </a:rPr>
              <a:t>‹#›</a:t>
            </a:fld>
            <a:endParaRPr/>
          </a:p>
        </p:txBody>
      </p:sp>
      <p:pic>
        <p:nvPicPr>
          <p:cNvPr id="550" name="Google Shape;550;p52"/>
          <p:cNvPicPr preferRelativeResize="0"/>
          <p:nvPr/>
        </p:nvPicPr>
        <p:blipFill rotWithShape="1">
          <a:blip r:embed="rId4">
            <a:alphaModFix/>
          </a:blip>
          <a:srcRect b="0" l="0" r="0" t="0"/>
          <a:stretch/>
        </p:blipFill>
        <p:spPr>
          <a:xfrm>
            <a:off x="8229600" y="0"/>
            <a:ext cx="914400" cy="914400"/>
          </a:xfrm>
          <a:prstGeom prst="rect">
            <a:avLst/>
          </a:prstGeom>
          <a:noFill/>
          <a:ln>
            <a:noFill/>
          </a:ln>
        </p:spPr>
      </p:pic>
    </p:spTree>
  </p:cSld>
  <p:clrMapOvr>
    <a:masterClrMapping/>
  </p:clrMapOvr>
  <p:transition spd="slow">
    <p:fade thruBlk="1"/>
  </p:transition>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4" name="Shape 554"/>
        <p:cNvGrpSpPr/>
        <p:nvPr/>
      </p:nvGrpSpPr>
      <p:grpSpPr>
        <a:xfrm>
          <a:off x="0" y="0"/>
          <a:ext cx="0" cy="0"/>
          <a:chOff x="0" y="0"/>
          <a:chExt cx="0" cy="0"/>
        </a:xfrm>
      </p:grpSpPr>
      <p:sp>
        <p:nvSpPr>
          <p:cNvPr id="555" name="Google Shape;555;p53"/>
          <p:cNvSpPr txBox="1"/>
          <p:nvPr>
            <p:ph type="title"/>
          </p:nvPr>
        </p:nvSpPr>
        <p:spPr>
          <a:xfrm>
            <a:off x="457200" y="76200"/>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C00000"/>
              </a:buClr>
              <a:buSzPts val="4400"/>
              <a:buFont typeface="Arial"/>
              <a:buNone/>
            </a:pPr>
            <a:r>
              <a:rPr b="1" i="0" lang="en-US" sz="4400" u="none">
                <a:solidFill>
                  <a:srgbClr val="C00000"/>
                </a:solidFill>
                <a:latin typeface="Arial"/>
                <a:ea typeface="Arial"/>
                <a:cs typeface="Arial"/>
                <a:sym typeface="Arial"/>
              </a:rPr>
              <a:t>Depth-First Search</a:t>
            </a:r>
            <a:endParaRPr/>
          </a:p>
        </p:txBody>
      </p:sp>
      <p:sp>
        <p:nvSpPr>
          <p:cNvPr id="556" name="Google Shape;556;p53"/>
          <p:cNvSpPr txBox="1"/>
          <p:nvPr>
            <p:ph idx="1" type="body"/>
          </p:nvPr>
        </p:nvSpPr>
        <p:spPr>
          <a:xfrm>
            <a:off x="457200" y="1600200"/>
            <a:ext cx="8382000" cy="2185987"/>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1"/>
              </a:buClr>
              <a:buSzPts val="2800"/>
              <a:buFont typeface="Arial"/>
              <a:buChar char="•"/>
            </a:pPr>
            <a:r>
              <a:rPr b="0" i="0" lang="en-US" sz="2800" u="none">
                <a:solidFill>
                  <a:schemeClr val="dk1"/>
                </a:solidFill>
                <a:latin typeface="Arial"/>
                <a:ea typeface="Arial"/>
                <a:cs typeface="Arial"/>
                <a:sym typeface="Arial"/>
              </a:rPr>
              <a:t> Expand </a:t>
            </a:r>
            <a:r>
              <a:rPr b="0" i="1" lang="en-US" sz="2800" u="none">
                <a:solidFill>
                  <a:schemeClr val="dk1"/>
                </a:solidFill>
                <a:latin typeface="Arial"/>
                <a:ea typeface="Arial"/>
                <a:cs typeface="Arial"/>
                <a:sym typeface="Arial"/>
              </a:rPr>
              <a:t>deepest </a:t>
            </a:r>
            <a:r>
              <a:rPr b="0" i="0" lang="en-US" sz="2800" u="none">
                <a:solidFill>
                  <a:schemeClr val="dk1"/>
                </a:solidFill>
                <a:latin typeface="Arial"/>
                <a:ea typeface="Arial"/>
                <a:cs typeface="Arial"/>
                <a:sym typeface="Arial"/>
              </a:rPr>
              <a:t>unexpanded node</a:t>
            </a:r>
            <a:endParaRPr/>
          </a:p>
          <a:p>
            <a:pPr indent="-342900" lvl="0" marL="342900" rtl="0" algn="l">
              <a:lnSpc>
                <a:spcPct val="100000"/>
              </a:lnSpc>
              <a:spcBef>
                <a:spcPts val="560"/>
              </a:spcBef>
              <a:spcAft>
                <a:spcPts val="0"/>
              </a:spcAft>
              <a:buClr>
                <a:schemeClr val="dk1"/>
              </a:buClr>
              <a:buSzPts val="2800"/>
              <a:buFont typeface="Arial"/>
              <a:buChar char="•"/>
            </a:pPr>
            <a:r>
              <a:rPr b="0" i="0" lang="en-US" sz="2800" u="none">
                <a:solidFill>
                  <a:schemeClr val="dk1"/>
                </a:solidFill>
                <a:latin typeface="Arial"/>
                <a:ea typeface="Arial"/>
                <a:cs typeface="Arial"/>
                <a:sym typeface="Arial"/>
              </a:rPr>
              <a:t> Implementation: </a:t>
            </a:r>
            <a:r>
              <a:rPr b="0" i="1" lang="en-US" sz="2800" u="none">
                <a:solidFill>
                  <a:schemeClr val="dk1"/>
                </a:solidFill>
                <a:latin typeface="Arial"/>
                <a:ea typeface="Arial"/>
                <a:cs typeface="Arial"/>
                <a:sym typeface="Arial"/>
              </a:rPr>
              <a:t>fringe </a:t>
            </a:r>
            <a:r>
              <a:rPr b="0" i="0" lang="en-US" sz="2800" u="none">
                <a:solidFill>
                  <a:schemeClr val="dk1"/>
                </a:solidFill>
                <a:latin typeface="Arial"/>
                <a:ea typeface="Arial"/>
                <a:cs typeface="Arial"/>
                <a:sym typeface="Arial"/>
              </a:rPr>
              <a:t>is a LIFO queue (= stack)</a:t>
            </a:r>
            <a:endParaRPr/>
          </a:p>
          <a:p>
            <a:pPr indent="-165100" lvl="0" marL="342900" rtl="0" algn="l">
              <a:spcBef>
                <a:spcPts val="560"/>
              </a:spcBef>
              <a:spcAft>
                <a:spcPts val="0"/>
              </a:spcAft>
              <a:buClr>
                <a:schemeClr val="dk1"/>
              </a:buClr>
              <a:buSzPts val="2800"/>
              <a:buFont typeface="Arial"/>
              <a:buNone/>
            </a:pPr>
            <a:r>
              <a:t/>
            </a:r>
            <a:endParaRPr b="0" i="0" sz="2800" u="none">
              <a:solidFill>
                <a:schemeClr val="dk1"/>
              </a:solidFill>
              <a:latin typeface="Arial"/>
              <a:ea typeface="Arial"/>
              <a:cs typeface="Arial"/>
              <a:sym typeface="Arial"/>
            </a:endParaRPr>
          </a:p>
        </p:txBody>
      </p:sp>
      <p:pic>
        <p:nvPicPr>
          <p:cNvPr id="557" name="Google Shape;557;p53"/>
          <p:cNvPicPr preferRelativeResize="0"/>
          <p:nvPr>
            <p:ph idx="1" type="body"/>
          </p:nvPr>
        </p:nvPicPr>
        <p:blipFill rotWithShape="1">
          <a:blip r:embed="rId3">
            <a:alphaModFix/>
          </a:blip>
          <a:srcRect b="0" l="0" r="0" t="0"/>
          <a:stretch/>
        </p:blipFill>
        <p:spPr>
          <a:xfrm>
            <a:off x="1981200" y="2895600"/>
            <a:ext cx="4953000" cy="3289300"/>
          </a:xfrm>
          <a:prstGeom prst="rect">
            <a:avLst/>
          </a:prstGeom>
          <a:noFill/>
          <a:ln>
            <a:noFill/>
          </a:ln>
        </p:spPr>
      </p:pic>
      <p:sp>
        <p:nvSpPr>
          <p:cNvPr id="558" name="Google Shape;558;p53"/>
          <p:cNvSpPr txBox="1"/>
          <p:nvPr/>
        </p:nvSpPr>
        <p:spPr>
          <a:xfrm>
            <a:off x="6934200" y="6550025"/>
            <a:ext cx="2133600" cy="231775"/>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0" i="0" lang="en-US" sz="1400" u="none">
                <a:solidFill>
                  <a:schemeClr val="dk1"/>
                </a:solidFill>
                <a:latin typeface="Arial"/>
                <a:ea typeface="Arial"/>
                <a:cs typeface="Arial"/>
                <a:sym typeface="Arial"/>
              </a:rPr>
              <a:t>‹#›</a:t>
            </a:fld>
            <a:endParaRPr/>
          </a:p>
        </p:txBody>
      </p:sp>
      <p:pic>
        <p:nvPicPr>
          <p:cNvPr id="559" name="Google Shape;559;p53"/>
          <p:cNvPicPr preferRelativeResize="0"/>
          <p:nvPr/>
        </p:nvPicPr>
        <p:blipFill rotWithShape="1">
          <a:blip r:embed="rId4">
            <a:alphaModFix/>
          </a:blip>
          <a:srcRect b="0" l="0" r="0" t="0"/>
          <a:stretch/>
        </p:blipFill>
        <p:spPr>
          <a:xfrm>
            <a:off x="8229600" y="0"/>
            <a:ext cx="914400" cy="914400"/>
          </a:xfrm>
          <a:prstGeom prst="rect">
            <a:avLst/>
          </a:prstGeom>
          <a:noFill/>
          <a:ln>
            <a:noFill/>
          </a:ln>
        </p:spPr>
      </p:pic>
    </p:spTree>
  </p:cSld>
  <p:clrMapOvr>
    <a:masterClrMapping/>
  </p:clrMapOvr>
  <p:transition spd="slow">
    <p:fade thruBlk="1"/>
  </p:transition>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3" name="Shape 563"/>
        <p:cNvGrpSpPr/>
        <p:nvPr/>
      </p:nvGrpSpPr>
      <p:grpSpPr>
        <a:xfrm>
          <a:off x="0" y="0"/>
          <a:ext cx="0" cy="0"/>
          <a:chOff x="0" y="0"/>
          <a:chExt cx="0" cy="0"/>
        </a:xfrm>
      </p:grpSpPr>
      <p:sp>
        <p:nvSpPr>
          <p:cNvPr id="564" name="Google Shape;564;p54"/>
          <p:cNvSpPr txBox="1"/>
          <p:nvPr>
            <p:ph type="title"/>
          </p:nvPr>
        </p:nvSpPr>
        <p:spPr>
          <a:xfrm>
            <a:off x="457200" y="76200"/>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C00000"/>
              </a:buClr>
              <a:buSzPts val="4400"/>
              <a:buFont typeface="Arial"/>
              <a:buNone/>
            </a:pPr>
            <a:r>
              <a:rPr b="1" i="0" lang="en-US" sz="4400" u="none">
                <a:solidFill>
                  <a:srgbClr val="C00000"/>
                </a:solidFill>
                <a:latin typeface="Arial"/>
                <a:ea typeface="Arial"/>
                <a:cs typeface="Arial"/>
                <a:sym typeface="Arial"/>
              </a:rPr>
              <a:t>Depth-First Search</a:t>
            </a:r>
            <a:endParaRPr/>
          </a:p>
        </p:txBody>
      </p:sp>
      <p:sp>
        <p:nvSpPr>
          <p:cNvPr id="565" name="Google Shape;565;p54"/>
          <p:cNvSpPr txBox="1"/>
          <p:nvPr>
            <p:ph idx="1" type="body"/>
          </p:nvPr>
        </p:nvSpPr>
        <p:spPr>
          <a:xfrm>
            <a:off x="457200" y="1600200"/>
            <a:ext cx="8382000" cy="2185987"/>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1"/>
              </a:buClr>
              <a:buSzPts val="2800"/>
              <a:buFont typeface="Arial"/>
              <a:buChar char="•"/>
            </a:pPr>
            <a:r>
              <a:rPr b="0" i="0" lang="en-US" sz="2800" u="none">
                <a:solidFill>
                  <a:schemeClr val="dk1"/>
                </a:solidFill>
                <a:latin typeface="Arial"/>
                <a:ea typeface="Arial"/>
                <a:cs typeface="Arial"/>
                <a:sym typeface="Arial"/>
              </a:rPr>
              <a:t> Expand </a:t>
            </a:r>
            <a:r>
              <a:rPr b="0" i="1" lang="en-US" sz="2800" u="none">
                <a:solidFill>
                  <a:schemeClr val="dk1"/>
                </a:solidFill>
                <a:latin typeface="Arial"/>
                <a:ea typeface="Arial"/>
                <a:cs typeface="Arial"/>
                <a:sym typeface="Arial"/>
              </a:rPr>
              <a:t>deepest </a:t>
            </a:r>
            <a:r>
              <a:rPr b="0" i="0" lang="en-US" sz="2800" u="none">
                <a:solidFill>
                  <a:schemeClr val="dk1"/>
                </a:solidFill>
                <a:latin typeface="Arial"/>
                <a:ea typeface="Arial"/>
                <a:cs typeface="Arial"/>
                <a:sym typeface="Arial"/>
              </a:rPr>
              <a:t>unexpanded node</a:t>
            </a:r>
            <a:endParaRPr/>
          </a:p>
          <a:p>
            <a:pPr indent="-342900" lvl="0" marL="342900" rtl="0" algn="l">
              <a:lnSpc>
                <a:spcPct val="100000"/>
              </a:lnSpc>
              <a:spcBef>
                <a:spcPts val="560"/>
              </a:spcBef>
              <a:spcAft>
                <a:spcPts val="0"/>
              </a:spcAft>
              <a:buClr>
                <a:schemeClr val="dk1"/>
              </a:buClr>
              <a:buSzPts val="2800"/>
              <a:buFont typeface="Arial"/>
              <a:buChar char="•"/>
            </a:pPr>
            <a:r>
              <a:rPr b="0" i="0" lang="en-US" sz="2800" u="none">
                <a:solidFill>
                  <a:schemeClr val="dk1"/>
                </a:solidFill>
                <a:latin typeface="Arial"/>
                <a:ea typeface="Arial"/>
                <a:cs typeface="Arial"/>
                <a:sym typeface="Arial"/>
              </a:rPr>
              <a:t> Implementation: </a:t>
            </a:r>
            <a:r>
              <a:rPr b="0" i="1" lang="en-US" sz="2800" u="none">
                <a:solidFill>
                  <a:schemeClr val="dk1"/>
                </a:solidFill>
                <a:latin typeface="Arial"/>
                <a:ea typeface="Arial"/>
                <a:cs typeface="Arial"/>
                <a:sym typeface="Arial"/>
              </a:rPr>
              <a:t>fringe </a:t>
            </a:r>
            <a:r>
              <a:rPr b="0" i="0" lang="en-US" sz="2800" u="none">
                <a:solidFill>
                  <a:schemeClr val="dk1"/>
                </a:solidFill>
                <a:latin typeface="Arial"/>
                <a:ea typeface="Arial"/>
                <a:cs typeface="Arial"/>
                <a:sym typeface="Arial"/>
              </a:rPr>
              <a:t>is a LIFO queue (= stack)</a:t>
            </a:r>
            <a:endParaRPr/>
          </a:p>
          <a:p>
            <a:pPr indent="-165100" lvl="0" marL="342900" rtl="0" algn="l">
              <a:spcBef>
                <a:spcPts val="560"/>
              </a:spcBef>
              <a:spcAft>
                <a:spcPts val="0"/>
              </a:spcAft>
              <a:buClr>
                <a:schemeClr val="dk1"/>
              </a:buClr>
              <a:buSzPts val="2800"/>
              <a:buFont typeface="Arial"/>
              <a:buNone/>
            </a:pPr>
            <a:r>
              <a:t/>
            </a:r>
            <a:endParaRPr b="0" i="0" sz="2800" u="none">
              <a:solidFill>
                <a:schemeClr val="dk1"/>
              </a:solidFill>
              <a:latin typeface="Arial"/>
              <a:ea typeface="Arial"/>
              <a:cs typeface="Arial"/>
              <a:sym typeface="Arial"/>
            </a:endParaRPr>
          </a:p>
        </p:txBody>
      </p:sp>
      <p:pic>
        <p:nvPicPr>
          <p:cNvPr id="566" name="Google Shape;566;p54"/>
          <p:cNvPicPr preferRelativeResize="0"/>
          <p:nvPr>
            <p:ph idx="1" type="body"/>
          </p:nvPr>
        </p:nvPicPr>
        <p:blipFill rotWithShape="1">
          <a:blip r:embed="rId3">
            <a:alphaModFix/>
          </a:blip>
          <a:srcRect b="0" l="0" r="0" t="0"/>
          <a:stretch/>
        </p:blipFill>
        <p:spPr>
          <a:xfrm>
            <a:off x="1905000" y="2819400"/>
            <a:ext cx="5105400" cy="3436937"/>
          </a:xfrm>
          <a:prstGeom prst="rect">
            <a:avLst/>
          </a:prstGeom>
          <a:noFill/>
          <a:ln>
            <a:noFill/>
          </a:ln>
        </p:spPr>
      </p:pic>
      <p:sp>
        <p:nvSpPr>
          <p:cNvPr id="567" name="Google Shape;567;p54"/>
          <p:cNvSpPr txBox="1"/>
          <p:nvPr/>
        </p:nvSpPr>
        <p:spPr>
          <a:xfrm>
            <a:off x="6934200" y="6550025"/>
            <a:ext cx="2133600" cy="231775"/>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0" i="0" lang="en-US" sz="1400" u="none">
                <a:solidFill>
                  <a:schemeClr val="dk1"/>
                </a:solidFill>
                <a:latin typeface="Arial"/>
                <a:ea typeface="Arial"/>
                <a:cs typeface="Arial"/>
                <a:sym typeface="Arial"/>
              </a:rPr>
              <a:t>‹#›</a:t>
            </a:fld>
            <a:endParaRPr/>
          </a:p>
        </p:txBody>
      </p:sp>
      <p:pic>
        <p:nvPicPr>
          <p:cNvPr id="568" name="Google Shape;568;p54"/>
          <p:cNvPicPr preferRelativeResize="0"/>
          <p:nvPr/>
        </p:nvPicPr>
        <p:blipFill rotWithShape="1">
          <a:blip r:embed="rId4">
            <a:alphaModFix/>
          </a:blip>
          <a:srcRect b="0" l="0" r="0" t="0"/>
          <a:stretch/>
        </p:blipFill>
        <p:spPr>
          <a:xfrm>
            <a:off x="8229600" y="0"/>
            <a:ext cx="914400" cy="914400"/>
          </a:xfrm>
          <a:prstGeom prst="rect">
            <a:avLst/>
          </a:prstGeom>
          <a:noFill/>
          <a:ln>
            <a:noFill/>
          </a:ln>
        </p:spPr>
      </p:pic>
    </p:spTree>
  </p:cSld>
  <p:clrMapOvr>
    <a:masterClrMapping/>
  </p:clrMapOvr>
  <p:transition spd="slow">
    <p:fade thruBlk="1"/>
  </p:transition>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2" name="Shape 572"/>
        <p:cNvGrpSpPr/>
        <p:nvPr/>
      </p:nvGrpSpPr>
      <p:grpSpPr>
        <a:xfrm>
          <a:off x="0" y="0"/>
          <a:ext cx="0" cy="0"/>
          <a:chOff x="0" y="0"/>
          <a:chExt cx="0" cy="0"/>
        </a:xfrm>
      </p:grpSpPr>
      <p:sp>
        <p:nvSpPr>
          <p:cNvPr id="573" name="Google Shape;573;p55"/>
          <p:cNvSpPr txBox="1"/>
          <p:nvPr>
            <p:ph type="title"/>
          </p:nvPr>
        </p:nvSpPr>
        <p:spPr>
          <a:xfrm>
            <a:off x="457200" y="76200"/>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C00000"/>
              </a:buClr>
              <a:buSzPts val="4400"/>
              <a:buFont typeface="Arial"/>
              <a:buNone/>
            </a:pPr>
            <a:r>
              <a:rPr b="1" i="0" lang="en-US" sz="4400" u="none">
                <a:solidFill>
                  <a:srgbClr val="C00000"/>
                </a:solidFill>
                <a:latin typeface="Arial"/>
                <a:ea typeface="Arial"/>
                <a:cs typeface="Arial"/>
                <a:sym typeface="Arial"/>
              </a:rPr>
              <a:t>Depth-First Search</a:t>
            </a:r>
            <a:endParaRPr/>
          </a:p>
        </p:txBody>
      </p:sp>
      <p:sp>
        <p:nvSpPr>
          <p:cNvPr id="574" name="Google Shape;574;p55"/>
          <p:cNvSpPr txBox="1"/>
          <p:nvPr>
            <p:ph idx="1" type="body"/>
          </p:nvPr>
        </p:nvSpPr>
        <p:spPr>
          <a:xfrm>
            <a:off x="457200" y="1600200"/>
            <a:ext cx="8382000" cy="2185987"/>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1"/>
              </a:buClr>
              <a:buSzPts val="2800"/>
              <a:buFont typeface="Arial"/>
              <a:buChar char="•"/>
            </a:pPr>
            <a:r>
              <a:rPr b="0" i="0" lang="en-US" sz="2800" u="none">
                <a:solidFill>
                  <a:schemeClr val="dk1"/>
                </a:solidFill>
                <a:latin typeface="Arial"/>
                <a:ea typeface="Arial"/>
                <a:cs typeface="Arial"/>
                <a:sym typeface="Arial"/>
              </a:rPr>
              <a:t> Expand </a:t>
            </a:r>
            <a:r>
              <a:rPr b="0" i="1" lang="en-US" sz="2800" u="none">
                <a:solidFill>
                  <a:schemeClr val="dk1"/>
                </a:solidFill>
                <a:latin typeface="Arial"/>
                <a:ea typeface="Arial"/>
                <a:cs typeface="Arial"/>
                <a:sym typeface="Arial"/>
              </a:rPr>
              <a:t>deepest </a:t>
            </a:r>
            <a:r>
              <a:rPr b="0" i="0" lang="en-US" sz="2800" u="none">
                <a:solidFill>
                  <a:schemeClr val="dk1"/>
                </a:solidFill>
                <a:latin typeface="Arial"/>
                <a:ea typeface="Arial"/>
                <a:cs typeface="Arial"/>
                <a:sym typeface="Arial"/>
              </a:rPr>
              <a:t>unexpanded node</a:t>
            </a:r>
            <a:endParaRPr/>
          </a:p>
          <a:p>
            <a:pPr indent="-342900" lvl="0" marL="342900" rtl="0" algn="l">
              <a:lnSpc>
                <a:spcPct val="100000"/>
              </a:lnSpc>
              <a:spcBef>
                <a:spcPts val="560"/>
              </a:spcBef>
              <a:spcAft>
                <a:spcPts val="0"/>
              </a:spcAft>
              <a:buClr>
                <a:schemeClr val="dk1"/>
              </a:buClr>
              <a:buSzPts val="2800"/>
              <a:buFont typeface="Arial"/>
              <a:buChar char="•"/>
            </a:pPr>
            <a:r>
              <a:rPr b="0" i="0" lang="en-US" sz="2800" u="none">
                <a:solidFill>
                  <a:schemeClr val="dk1"/>
                </a:solidFill>
                <a:latin typeface="Arial"/>
                <a:ea typeface="Arial"/>
                <a:cs typeface="Arial"/>
                <a:sym typeface="Arial"/>
              </a:rPr>
              <a:t> Implementation: </a:t>
            </a:r>
            <a:r>
              <a:rPr b="0" i="1" lang="en-US" sz="2800" u="none">
                <a:solidFill>
                  <a:schemeClr val="dk1"/>
                </a:solidFill>
                <a:latin typeface="Arial"/>
                <a:ea typeface="Arial"/>
                <a:cs typeface="Arial"/>
                <a:sym typeface="Arial"/>
              </a:rPr>
              <a:t>fringe </a:t>
            </a:r>
            <a:r>
              <a:rPr b="0" i="0" lang="en-US" sz="2800" u="none">
                <a:solidFill>
                  <a:schemeClr val="dk1"/>
                </a:solidFill>
                <a:latin typeface="Arial"/>
                <a:ea typeface="Arial"/>
                <a:cs typeface="Arial"/>
                <a:sym typeface="Arial"/>
              </a:rPr>
              <a:t>is a LIFO queue (= stack)</a:t>
            </a:r>
            <a:endParaRPr/>
          </a:p>
          <a:p>
            <a:pPr indent="-165100" lvl="0" marL="342900" rtl="0" algn="l">
              <a:spcBef>
                <a:spcPts val="560"/>
              </a:spcBef>
              <a:spcAft>
                <a:spcPts val="0"/>
              </a:spcAft>
              <a:buClr>
                <a:schemeClr val="dk1"/>
              </a:buClr>
              <a:buSzPts val="2800"/>
              <a:buFont typeface="Arial"/>
              <a:buNone/>
            </a:pPr>
            <a:r>
              <a:t/>
            </a:r>
            <a:endParaRPr b="0" i="0" sz="2800" u="none">
              <a:solidFill>
                <a:schemeClr val="dk1"/>
              </a:solidFill>
              <a:latin typeface="Arial"/>
              <a:ea typeface="Arial"/>
              <a:cs typeface="Arial"/>
              <a:sym typeface="Arial"/>
            </a:endParaRPr>
          </a:p>
        </p:txBody>
      </p:sp>
      <p:pic>
        <p:nvPicPr>
          <p:cNvPr id="575" name="Google Shape;575;p55"/>
          <p:cNvPicPr preferRelativeResize="0"/>
          <p:nvPr>
            <p:ph idx="1" type="body"/>
          </p:nvPr>
        </p:nvPicPr>
        <p:blipFill rotWithShape="1">
          <a:blip r:embed="rId3">
            <a:alphaModFix/>
          </a:blip>
          <a:srcRect b="0" l="0" r="0" t="0"/>
          <a:stretch/>
        </p:blipFill>
        <p:spPr>
          <a:xfrm>
            <a:off x="1600200" y="2971800"/>
            <a:ext cx="5715000" cy="3435350"/>
          </a:xfrm>
          <a:prstGeom prst="rect">
            <a:avLst/>
          </a:prstGeom>
          <a:noFill/>
          <a:ln>
            <a:noFill/>
          </a:ln>
        </p:spPr>
      </p:pic>
      <p:sp>
        <p:nvSpPr>
          <p:cNvPr id="576" name="Google Shape;576;p55"/>
          <p:cNvSpPr txBox="1"/>
          <p:nvPr/>
        </p:nvSpPr>
        <p:spPr>
          <a:xfrm>
            <a:off x="6934200" y="6550025"/>
            <a:ext cx="2133600" cy="231775"/>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0" i="0" lang="en-US" sz="1400" u="none">
                <a:solidFill>
                  <a:schemeClr val="dk1"/>
                </a:solidFill>
                <a:latin typeface="Arial"/>
                <a:ea typeface="Arial"/>
                <a:cs typeface="Arial"/>
                <a:sym typeface="Arial"/>
              </a:rPr>
              <a:t>‹#›</a:t>
            </a:fld>
            <a:endParaRPr/>
          </a:p>
        </p:txBody>
      </p:sp>
      <p:pic>
        <p:nvPicPr>
          <p:cNvPr id="577" name="Google Shape;577;p55"/>
          <p:cNvPicPr preferRelativeResize="0"/>
          <p:nvPr/>
        </p:nvPicPr>
        <p:blipFill rotWithShape="1">
          <a:blip r:embed="rId4">
            <a:alphaModFix/>
          </a:blip>
          <a:srcRect b="0" l="0" r="0" t="0"/>
          <a:stretch/>
        </p:blipFill>
        <p:spPr>
          <a:xfrm>
            <a:off x="8229600" y="0"/>
            <a:ext cx="914400" cy="914400"/>
          </a:xfrm>
          <a:prstGeom prst="rect">
            <a:avLst/>
          </a:prstGeom>
          <a:noFill/>
          <a:ln>
            <a:noFill/>
          </a:ln>
        </p:spPr>
      </p:pic>
    </p:spTree>
  </p:cSld>
  <p:clrMapOvr>
    <a:masterClrMapping/>
  </p:clrMapOvr>
  <p:transition spd="slow">
    <p:fade thruBlk="1"/>
  </p:transition>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1" name="Shape 581"/>
        <p:cNvGrpSpPr/>
        <p:nvPr/>
      </p:nvGrpSpPr>
      <p:grpSpPr>
        <a:xfrm>
          <a:off x="0" y="0"/>
          <a:ext cx="0" cy="0"/>
          <a:chOff x="0" y="0"/>
          <a:chExt cx="0" cy="0"/>
        </a:xfrm>
      </p:grpSpPr>
      <p:sp>
        <p:nvSpPr>
          <p:cNvPr id="582" name="Google Shape;582;p56"/>
          <p:cNvSpPr txBox="1"/>
          <p:nvPr>
            <p:ph type="title"/>
          </p:nvPr>
        </p:nvSpPr>
        <p:spPr>
          <a:xfrm>
            <a:off x="457200" y="76200"/>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C00000"/>
              </a:buClr>
              <a:buSzPts val="4400"/>
              <a:buFont typeface="Arial"/>
              <a:buNone/>
            </a:pPr>
            <a:r>
              <a:rPr b="1" i="0" lang="en-US" sz="4400" u="none">
                <a:solidFill>
                  <a:srgbClr val="C00000"/>
                </a:solidFill>
                <a:latin typeface="Arial"/>
                <a:ea typeface="Arial"/>
                <a:cs typeface="Arial"/>
                <a:sym typeface="Arial"/>
              </a:rPr>
              <a:t>Depth-First Search</a:t>
            </a:r>
            <a:endParaRPr/>
          </a:p>
        </p:txBody>
      </p:sp>
      <p:sp>
        <p:nvSpPr>
          <p:cNvPr id="583" name="Google Shape;583;p56"/>
          <p:cNvSpPr txBox="1"/>
          <p:nvPr>
            <p:ph idx="1" type="body"/>
          </p:nvPr>
        </p:nvSpPr>
        <p:spPr>
          <a:xfrm>
            <a:off x="457200" y="1600200"/>
            <a:ext cx="8534400" cy="2185987"/>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1"/>
              </a:buClr>
              <a:buSzPts val="2800"/>
              <a:buFont typeface="Arial"/>
              <a:buChar char="•"/>
            </a:pPr>
            <a:r>
              <a:rPr b="0" i="0" lang="en-US" sz="2800" u="none">
                <a:solidFill>
                  <a:schemeClr val="dk1"/>
                </a:solidFill>
                <a:latin typeface="Arial"/>
                <a:ea typeface="Arial"/>
                <a:cs typeface="Arial"/>
                <a:sym typeface="Arial"/>
              </a:rPr>
              <a:t> Expand </a:t>
            </a:r>
            <a:r>
              <a:rPr b="0" i="1" lang="en-US" sz="2800" u="none">
                <a:solidFill>
                  <a:schemeClr val="dk1"/>
                </a:solidFill>
                <a:latin typeface="Arial"/>
                <a:ea typeface="Arial"/>
                <a:cs typeface="Arial"/>
                <a:sym typeface="Arial"/>
              </a:rPr>
              <a:t>deepest </a:t>
            </a:r>
            <a:r>
              <a:rPr b="0" i="0" lang="en-US" sz="2800" u="none">
                <a:solidFill>
                  <a:schemeClr val="dk1"/>
                </a:solidFill>
                <a:latin typeface="Arial"/>
                <a:ea typeface="Arial"/>
                <a:cs typeface="Arial"/>
                <a:sym typeface="Arial"/>
              </a:rPr>
              <a:t>unexpanded node</a:t>
            </a:r>
            <a:endParaRPr/>
          </a:p>
          <a:p>
            <a:pPr indent="-342900" lvl="0" marL="342900" rtl="0" algn="l">
              <a:lnSpc>
                <a:spcPct val="100000"/>
              </a:lnSpc>
              <a:spcBef>
                <a:spcPts val="560"/>
              </a:spcBef>
              <a:spcAft>
                <a:spcPts val="0"/>
              </a:spcAft>
              <a:buClr>
                <a:schemeClr val="dk1"/>
              </a:buClr>
              <a:buSzPts val="2800"/>
              <a:buFont typeface="Arial"/>
              <a:buChar char="•"/>
            </a:pPr>
            <a:r>
              <a:rPr b="0" i="0" lang="en-US" sz="2800" u="none">
                <a:solidFill>
                  <a:schemeClr val="dk1"/>
                </a:solidFill>
                <a:latin typeface="Arial"/>
                <a:ea typeface="Arial"/>
                <a:cs typeface="Arial"/>
                <a:sym typeface="Arial"/>
              </a:rPr>
              <a:t> Implementation: </a:t>
            </a:r>
            <a:r>
              <a:rPr b="0" i="1" lang="en-US" sz="2800" u="none">
                <a:solidFill>
                  <a:schemeClr val="dk1"/>
                </a:solidFill>
                <a:latin typeface="Arial"/>
                <a:ea typeface="Arial"/>
                <a:cs typeface="Arial"/>
                <a:sym typeface="Arial"/>
              </a:rPr>
              <a:t>fringe </a:t>
            </a:r>
            <a:r>
              <a:rPr b="0" i="0" lang="en-US" sz="2800" u="none">
                <a:solidFill>
                  <a:schemeClr val="dk1"/>
                </a:solidFill>
                <a:latin typeface="Arial"/>
                <a:ea typeface="Arial"/>
                <a:cs typeface="Arial"/>
                <a:sym typeface="Arial"/>
              </a:rPr>
              <a:t>is a LIFO queue (= stack)</a:t>
            </a:r>
            <a:endParaRPr/>
          </a:p>
          <a:p>
            <a:pPr indent="-165100" lvl="0" marL="342900" rtl="0" algn="l">
              <a:spcBef>
                <a:spcPts val="560"/>
              </a:spcBef>
              <a:spcAft>
                <a:spcPts val="0"/>
              </a:spcAft>
              <a:buClr>
                <a:schemeClr val="dk1"/>
              </a:buClr>
              <a:buSzPts val="2800"/>
              <a:buFont typeface="Arial"/>
              <a:buNone/>
            </a:pPr>
            <a:r>
              <a:t/>
            </a:r>
            <a:endParaRPr b="0" i="0" sz="2800" u="none">
              <a:solidFill>
                <a:schemeClr val="dk1"/>
              </a:solidFill>
              <a:latin typeface="Arial"/>
              <a:ea typeface="Arial"/>
              <a:cs typeface="Arial"/>
              <a:sym typeface="Arial"/>
            </a:endParaRPr>
          </a:p>
        </p:txBody>
      </p:sp>
      <p:pic>
        <p:nvPicPr>
          <p:cNvPr id="584" name="Google Shape;584;p56"/>
          <p:cNvPicPr preferRelativeResize="0"/>
          <p:nvPr>
            <p:ph idx="1" type="body"/>
          </p:nvPr>
        </p:nvPicPr>
        <p:blipFill rotWithShape="1">
          <a:blip r:embed="rId3">
            <a:alphaModFix/>
          </a:blip>
          <a:srcRect b="0" l="0" r="0" t="0"/>
          <a:stretch/>
        </p:blipFill>
        <p:spPr>
          <a:xfrm>
            <a:off x="1600200" y="2895600"/>
            <a:ext cx="5486400" cy="3578225"/>
          </a:xfrm>
          <a:prstGeom prst="rect">
            <a:avLst/>
          </a:prstGeom>
          <a:noFill/>
          <a:ln>
            <a:noFill/>
          </a:ln>
        </p:spPr>
      </p:pic>
      <p:sp>
        <p:nvSpPr>
          <p:cNvPr id="585" name="Google Shape;585;p56"/>
          <p:cNvSpPr txBox="1"/>
          <p:nvPr/>
        </p:nvSpPr>
        <p:spPr>
          <a:xfrm>
            <a:off x="6934200" y="6550025"/>
            <a:ext cx="2133600" cy="231775"/>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0" i="0" lang="en-US" sz="1400" u="none">
                <a:solidFill>
                  <a:schemeClr val="dk1"/>
                </a:solidFill>
                <a:latin typeface="Arial"/>
                <a:ea typeface="Arial"/>
                <a:cs typeface="Arial"/>
                <a:sym typeface="Arial"/>
              </a:rPr>
              <a:t>‹#›</a:t>
            </a:fld>
            <a:endParaRPr/>
          </a:p>
        </p:txBody>
      </p:sp>
      <p:pic>
        <p:nvPicPr>
          <p:cNvPr id="586" name="Google Shape;586;p56"/>
          <p:cNvPicPr preferRelativeResize="0"/>
          <p:nvPr/>
        </p:nvPicPr>
        <p:blipFill rotWithShape="1">
          <a:blip r:embed="rId4">
            <a:alphaModFix/>
          </a:blip>
          <a:srcRect b="0" l="0" r="0" t="0"/>
          <a:stretch/>
        </p:blipFill>
        <p:spPr>
          <a:xfrm>
            <a:off x="8229600" y="0"/>
            <a:ext cx="914400" cy="914400"/>
          </a:xfrm>
          <a:prstGeom prst="rect">
            <a:avLst/>
          </a:prstGeom>
          <a:noFill/>
          <a:ln>
            <a:noFill/>
          </a:ln>
        </p:spPr>
      </p:pic>
    </p:spTree>
  </p:cSld>
  <p:clrMapOvr>
    <a:masterClrMapping/>
  </p:clrMapOvr>
  <p:transition spd="slow">
    <p:fade thruBlk="1"/>
  </p:transition>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0" name="Shape 590"/>
        <p:cNvGrpSpPr/>
        <p:nvPr/>
      </p:nvGrpSpPr>
      <p:grpSpPr>
        <a:xfrm>
          <a:off x="0" y="0"/>
          <a:ext cx="0" cy="0"/>
          <a:chOff x="0" y="0"/>
          <a:chExt cx="0" cy="0"/>
        </a:xfrm>
      </p:grpSpPr>
      <p:sp>
        <p:nvSpPr>
          <p:cNvPr id="591" name="Google Shape;591;p57"/>
          <p:cNvSpPr txBox="1"/>
          <p:nvPr>
            <p:ph type="title"/>
          </p:nvPr>
        </p:nvSpPr>
        <p:spPr>
          <a:xfrm>
            <a:off x="457200" y="76200"/>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C00000"/>
              </a:buClr>
              <a:buSzPts val="4400"/>
              <a:buFont typeface="Arial"/>
              <a:buNone/>
            </a:pPr>
            <a:r>
              <a:rPr b="1" i="0" lang="en-US" sz="4400" u="none">
                <a:solidFill>
                  <a:srgbClr val="C00000"/>
                </a:solidFill>
                <a:latin typeface="Arial"/>
                <a:ea typeface="Arial"/>
                <a:cs typeface="Arial"/>
                <a:sym typeface="Arial"/>
              </a:rPr>
              <a:t>DF-Search: Evaluation</a:t>
            </a:r>
            <a:endParaRPr/>
          </a:p>
        </p:txBody>
      </p:sp>
      <p:sp>
        <p:nvSpPr>
          <p:cNvPr id="592" name="Google Shape;592;p57"/>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rtl="0" algn="just">
              <a:lnSpc>
                <a:spcPct val="100000"/>
              </a:lnSpc>
              <a:spcBef>
                <a:spcPts val="0"/>
              </a:spcBef>
              <a:spcAft>
                <a:spcPts val="0"/>
              </a:spcAft>
              <a:buClr>
                <a:schemeClr val="dk1"/>
              </a:buClr>
              <a:buSzPts val="3200"/>
              <a:buFont typeface="Arial"/>
              <a:buChar char="•"/>
            </a:pPr>
            <a:r>
              <a:rPr b="0" i="0" lang="en-US" sz="3200" u="none">
                <a:solidFill>
                  <a:schemeClr val="dk1"/>
                </a:solidFill>
                <a:latin typeface="Arial"/>
                <a:ea typeface="Arial"/>
                <a:cs typeface="Arial"/>
                <a:sym typeface="Arial"/>
              </a:rPr>
              <a:t>Completeness:</a:t>
            </a:r>
            <a:endParaRPr/>
          </a:p>
          <a:p>
            <a:pPr indent="-285750" lvl="1" marL="742950" rtl="0" algn="just">
              <a:lnSpc>
                <a:spcPct val="100000"/>
              </a:lnSpc>
              <a:spcBef>
                <a:spcPts val="560"/>
              </a:spcBef>
              <a:spcAft>
                <a:spcPts val="0"/>
              </a:spcAft>
              <a:buClr>
                <a:schemeClr val="dk1"/>
              </a:buClr>
              <a:buSzPts val="2800"/>
              <a:buFont typeface="Arial"/>
              <a:buChar char="–"/>
            </a:pPr>
            <a:r>
              <a:rPr b="0" i="0" lang="en-US" sz="2800" u="none">
                <a:solidFill>
                  <a:schemeClr val="dk1"/>
                </a:solidFill>
                <a:latin typeface="Arial"/>
                <a:ea typeface="Arial"/>
                <a:cs typeface="Arial"/>
                <a:sym typeface="Arial"/>
              </a:rPr>
              <a:t>Is a solution always found if one exists?</a:t>
            </a:r>
            <a:endParaRPr/>
          </a:p>
          <a:p>
            <a:pPr indent="-285750" lvl="1" marL="742950" rtl="0" algn="just">
              <a:lnSpc>
                <a:spcPct val="100000"/>
              </a:lnSpc>
              <a:spcBef>
                <a:spcPts val="560"/>
              </a:spcBef>
              <a:spcAft>
                <a:spcPts val="0"/>
              </a:spcAft>
              <a:buClr>
                <a:schemeClr val="dk1"/>
              </a:buClr>
              <a:buSzPts val="2800"/>
              <a:buFont typeface="Arial"/>
              <a:buChar char="–"/>
            </a:pPr>
            <a:r>
              <a:rPr b="0" i="0" lang="en-US" sz="2800" u="none">
                <a:solidFill>
                  <a:schemeClr val="dk1"/>
                </a:solidFill>
                <a:latin typeface="Arial"/>
                <a:ea typeface="Arial"/>
                <a:cs typeface="Arial"/>
                <a:sym typeface="Arial"/>
              </a:rPr>
              <a:t>No (unless search space is finite and no loops are possible)</a:t>
            </a:r>
            <a:endParaRPr/>
          </a:p>
          <a:p>
            <a:pPr indent="-342900" lvl="0" marL="342900" rtl="0" algn="just">
              <a:lnSpc>
                <a:spcPct val="100000"/>
              </a:lnSpc>
              <a:spcBef>
                <a:spcPts val="640"/>
              </a:spcBef>
              <a:spcAft>
                <a:spcPts val="0"/>
              </a:spcAft>
              <a:buClr>
                <a:schemeClr val="dk1"/>
              </a:buClr>
              <a:buSzPts val="3200"/>
              <a:buFont typeface="Arial"/>
              <a:buChar char="•"/>
            </a:pPr>
            <a:r>
              <a:rPr b="0" i="0" lang="en-US" sz="3200" u="none">
                <a:solidFill>
                  <a:schemeClr val="dk1"/>
                </a:solidFill>
                <a:latin typeface="Arial"/>
                <a:ea typeface="Arial"/>
                <a:cs typeface="Arial"/>
                <a:sym typeface="Arial"/>
              </a:rPr>
              <a:t>Optimality:</a:t>
            </a:r>
            <a:endParaRPr/>
          </a:p>
          <a:p>
            <a:pPr indent="-285750" lvl="1" marL="742950" rtl="0" algn="just">
              <a:lnSpc>
                <a:spcPct val="100000"/>
              </a:lnSpc>
              <a:spcBef>
                <a:spcPts val="560"/>
              </a:spcBef>
              <a:spcAft>
                <a:spcPts val="0"/>
              </a:spcAft>
              <a:buClr>
                <a:schemeClr val="dk1"/>
              </a:buClr>
              <a:buSzPts val="2800"/>
              <a:buFont typeface="Arial"/>
              <a:buChar char="–"/>
            </a:pPr>
            <a:r>
              <a:rPr b="0" i="0" lang="en-US" sz="2800" u="none">
                <a:solidFill>
                  <a:schemeClr val="dk1"/>
                </a:solidFill>
                <a:latin typeface="Arial"/>
                <a:ea typeface="Arial"/>
                <a:cs typeface="Arial"/>
                <a:sym typeface="Arial"/>
              </a:rPr>
              <a:t>Is the least-cost solution always found?</a:t>
            </a:r>
            <a:endParaRPr/>
          </a:p>
          <a:p>
            <a:pPr indent="-285750" lvl="1" marL="742950" rtl="0" algn="just">
              <a:lnSpc>
                <a:spcPct val="100000"/>
              </a:lnSpc>
              <a:spcBef>
                <a:spcPts val="560"/>
              </a:spcBef>
              <a:spcAft>
                <a:spcPts val="0"/>
              </a:spcAft>
              <a:buClr>
                <a:schemeClr val="dk1"/>
              </a:buClr>
              <a:buSzPts val="2800"/>
              <a:buFont typeface="Arial"/>
              <a:buChar char="–"/>
            </a:pPr>
            <a:r>
              <a:rPr b="0" i="0" lang="en-US" sz="2800" u="none">
                <a:solidFill>
                  <a:schemeClr val="dk1"/>
                </a:solidFill>
                <a:latin typeface="Arial"/>
                <a:ea typeface="Arial"/>
                <a:cs typeface="Arial"/>
                <a:sym typeface="Arial"/>
              </a:rPr>
              <a:t>No</a:t>
            </a:r>
            <a:endParaRPr/>
          </a:p>
        </p:txBody>
      </p:sp>
      <p:sp>
        <p:nvSpPr>
          <p:cNvPr id="593" name="Google Shape;593;p57"/>
          <p:cNvSpPr txBox="1"/>
          <p:nvPr/>
        </p:nvSpPr>
        <p:spPr>
          <a:xfrm>
            <a:off x="6934200" y="6550025"/>
            <a:ext cx="2133600" cy="231775"/>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0" i="0" lang="en-US" sz="1400" u="none">
                <a:solidFill>
                  <a:schemeClr val="dk1"/>
                </a:solidFill>
                <a:latin typeface="Arial"/>
                <a:ea typeface="Arial"/>
                <a:cs typeface="Arial"/>
                <a:sym typeface="Arial"/>
              </a:rPr>
              <a:t>‹#›</a:t>
            </a:fld>
            <a:endParaRPr/>
          </a:p>
        </p:txBody>
      </p:sp>
      <p:pic>
        <p:nvPicPr>
          <p:cNvPr id="594" name="Google Shape;594;p57"/>
          <p:cNvPicPr preferRelativeResize="0"/>
          <p:nvPr/>
        </p:nvPicPr>
        <p:blipFill rotWithShape="1">
          <a:blip r:embed="rId3">
            <a:alphaModFix/>
          </a:blip>
          <a:srcRect b="0" l="0" r="0" t="0"/>
          <a:stretch/>
        </p:blipFill>
        <p:spPr>
          <a:xfrm>
            <a:off x="8229600" y="0"/>
            <a:ext cx="914400" cy="914400"/>
          </a:xfrm>
          <a:prstGeom prst="rect">
            <a:avLst/>
          </a:prstGeom>
          <a:noFill/>
          <a:ln>
            <a:noFill/>
          </a:ln>
        </p:spPr>
      </p:pic>
    </p:spTree>
  </p:cSld>
  <p:clrMapOvr>
    <a:masterClrMapping/>
  </p:clrMapOvr>
  <p:transition spd="slow">
    <p:fade thruBlk="1"/>
  </p:transition>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8" name="Shape 598"/>
        <p:cNvGrpSpPr/>
        <p:nvPr/>
      </p:nvGrpSpPr>
      <p:grpSpPr>
        <a:xfrm>
          <a:off x="0" y="0"/>
          <a:ext cx="0" cy="0"/>
          <a:chOff x="0" y="0"/>
          <a:chExt cx="0" cy="0"/>
        </a:xfrm>
      </p:grpSpPr>
      <p:sp>
        <p:nvSpPr>
          <p:cNvPr id="599" name="Google Shape;599;p58"/>
          <p:cNvSpPr txBox="1"/>
          <p:nvPr>
            <p:ph type="title"/>
          </p:nvPr>
        </p:nvSpPr>
        <p:spPr>
          <a:xfrm>
            <a:off x="457200" y="76200"/>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C00000"/>
              </a:buClr>
              <a:buSzPts val="4400"/>
              <a:buFont typeface="Arial"/>
              <a:buNone/>
            </a:pPr>
            <a:r>
              <a:rPr b="1" i="0" lang="en-US" sz="4400" u="none">
                <a:solidFill>
                  <a:srgbClr val="C00000"/>
                </a:solidFill>
                <a:latin typeface="Arial"/>
                <a:ea typeface="Arial"/>
                <a:cs typeface="Arial"/>
                <a:sym typeface="Arial"/>
              </a:rPr>
              <a:t>DF-Search: Evaluation</a:t>
            </a:r>
            <a:endParaRPr/>
          </a:p>
        </p:txBody>
      </p:sp>
      <p:sp>
        <p:nvSpPr>
          <p:cNvPr id="600" name="Google Shape;600;p58"/>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rtl="0" algn="just">
              <a:lnSpc>
                <a:spcPct val="90000"/>
              </a:lnSpc>
              <a:spcBef>
                <a:spcPts val="0"/>
              </a:spcBef>
              <a:spcAft>
                <a:spcPts val="0"/>
              </a:spcAft>
              <a:buClr>
                <a:schemeClr val="dk1"/>
              </a:buClr>
              <a:buSzPts val="3200"/>
              <a:buFont typeface="Arial"/>
              <a:buChar char="•"/>
            </a:pPr>
            <a:r>
              <a:rPr b="0" i="0" lang="en-US" sz="3200" u="none">
                <a:solidFill>
                  <a:schemeClr val="dk1"/>
                </a:solidFill>
                <a:latin typeface="Arial"/>
                <a:ea typeface="Arial"/>
                <a:cs typeface="Arial"/>
                <a:sym typeface="Arial"/>
              </a:rPr>
              <a:t>Time complexity: </a:t>
            </a:r>
            <a:r>
              <a:rPr b="0" i="1" lang="en-US" sz="3200" u="none">
                <a:solidFill>
                  <a:schemeClr val="dk1"/>
                </a:solidFill>
                <a:latin typeface="Arial"/>
                <a:ea typeface="Arial"/>
                <a:cs typeface="Arial"/>
                <a:sym typeface="Arial"/>
              </a:rPr>
              <a:t>O</a:t>
            </a:r>
            <a:r>
              <a:rPr b="0" i="0" lang="en-US" sz="3200" u="none">
                <a:solidFill>
                  <a:schemeClr val="dk1"/>
                </a:solidFill>
                <a:latin typeface="Arial"/>
                <a:ea typeface="Arial"/>
                <a:cs typeface="Arial"/>
                <a:sym typeface="Arial"/>
              </a:rPr>
              <a:t>(</a:t>
            </a:r>
            <a:r>
              <a:rPr b="0" i="1" lang="en-US" sz="3200" u="none">
                <a:solidFill>
                  <a:schemeClr val="dk1"/>
                </a:solidFill>
                <a:latin typeface="Arial"/>
                <a:ea typeface="Arial"/>
                <a:cs typeface="Arial"/>
                <a:sym typeface="Arial"/>
              </a:rPr>
              <a:t>b</a:t>
            </a:r>
            <a:r>
              <a:rPr b="0" baseline="30000" i="1" lang="en-US" sz="3200" u="none">
                <a:solidFill>
                  <a:schemeClr val="dk1"/>
                </a:solidFill>
                <a:latin typeface="Arial"/>
                <a:ea typeface="Arial"/>
                <a:cs typeface="Arial"/>
                <a:sym typeface="Arial"/>
              </a:rPr>
              <a:t>m</a:t>
            </a:r>
            <a:r>
              <a:rPr b="0" i="0" lang="en-US" sz="3200" u="none">
                <a:solidFill>
                  <a:schemeClr val="dk1"/>
                </a:solidFill>
                <a:latin typeface="Arial"/>
                <a:ea typeface="Arial"/>
                <a:cs typeface="Arial"/>
                <a:sym typeface="Arial"/>
              </a:rPr>
              <a:t>)</a:t>
            </a:r>
            <a:endParaRPr/>
          </a:p>
          <a:p>
            <a:pPr indent="-342900" lvl="0" marL="342900" rtl="0" algn="just">
              <a:lnSpc>
                <a:spcPct val="90000"/>
              </a:lnSpc>
              <a:spcBef>
                <a:spcPts val="640"/>
              </a:spcBef>
              <a:spcAft>
                <a:spcPts val="0"/>
              </a:spcAft>
              <a:buClr>
                <a:schemeClr val="dk1"/>
              </a:buClr>
              <a:buSzPts val="3200"/>
              <a:buFont typeface="Arial"/>
              <a:buChar char="•"/>
            </a:pPr>
            <a:r>
              <a:rPr b="0" i="0" lang="en-US" sz="3200" u="none">
                <a:solidFill>
                  <a:schemeClr val="dk1"/>
                </a:solidFill>
                <a:latin typeface="Arial"/>
                <a:ea typeface="Arial"/>
                <a:cs typeface="Arial"/>
                <a:sym typeface="Arial"/>
              </a:rPr>
              <a:t>In general, time is terrible if </a:t>
            </a:r>
            <a:r>
              <a:rPr b="0" i="1" lang="en-US" sz="3200" u="none">
                <a:solidFill>
                  <a:schemeClr val="dk1"/>
                </a:solidFill>
                <a:latin typeface="Arial"/>
                <a:ea typeface="Arial"/>
                <a:cs typeface="Arial"/>
                <a:sym typeface="Arial"/>
              </a:rPr>
              <a:t>m </a:t>
            </a:r>
            <a:r>
              <a:rPr b="0" i="0" lang="en-US" sz="3200" u="none">
                <a:solidFill>
                  <a:schemeClr val="dk1"/>
                </a:solidFill>
                <a:latin typeface="Arial"/>
                <a:ea typeface="Arial"/>
                <a:cs typeface="Arial"/>
                <a:sym typeface="Arial"/>
              </a:rPr>
              <a:t>(maximal depth) is much larger than </a:t>
            </a:r>
            <a:r>
              <a:rPr b="0" i="1" lang="en-US" sz="3200" u="none">
                <a:solidFill>
                  <a:schemeClr val="dk1"/>
                </a:solidFill>
                <a:latin typeface="Arial"/>
                <a:ea typeface="Arial"/>
                <a:cs typeface="Arial"/>
                <a:sym typeface="Arial"/>
              </a:rPr>
              <a:t>d </a:t>
            </a:r>
            <a:r>
              <a:rPr b="0" i="0" lang="en-US" sz="3200" u="none">
                <a:solidFill>
                  <a:schemeClr val="dk1"/>
                </a:solidFill>
                <a:latin typeface="Arial"/>
                <a:ea typeface="Arial"/>
                <a:cs typeface="Arial"/>
                <a:sym typeface="Arial"/>
              </a:rPr>
              <a:t>(depth of shallowest solution)</a:t>
            </a:r>
            <a:endParaRPr/>
          </a:p>
          <a:p>
            <a:pPr indent="-285750" lvl="1" marL="742950" rtl="0" algn="just">
              <a:lnSpc>
                <a:spcPct val="90000"/>
              </a:lnSpc>
              <a:spcBef>
                <a:spcPts val="560"/>
              </a:spcBef>
              <a:spcAft>
                <a:spcPts val="0"/>
              </a:spcAft>
              <a:buClr>
                <a:schemeClr val="dk1"/>
              </a:buClr>
              <a:buSzPts val="2800"/>
              <a:buFont typeface="Arial"/>
              <a:buChar char="–"/>
            </a:pPr>
            <a:r>
              <a:rPr b="0" i="0" lang="en-US" sz="2800" u="none">
                <a:solidFill>
                  <a:schemeClr val="dk1"/>
                </a:solidFill>
                <a:latin typeface="Arial"/>
                <a:ea typeface="Arial"/>
                <a:cs typeface="Arial"/>
                <a:sym typeface="Arial"/>
              </a:rPr>
              <a:t>But if there exist many solutions then faster than BF-search</a:t>
            </a:r>
            <a:endParaRPr/>
          </a:p>
          <a:p>
            <a:pPr indent="-342900" lvl="0" marL="342900" rtl="0" algn="just">
              <a:lnSpc>
                <a:spcPct val="90000"/>
              </a:lnSpc>
              <a:spcBef>
                <a:spcPts val="640"/>
              </a:spcBef>
              <a:spcAft>
                <a:spcPts val="0"/>
              </a:spcAft>
              <a:buClr>
                <a:schemeClr val="dk1"/>
              </a:buClr>
              <a:buSzPts val="3200"/>
              <a:buFont typeface="Arial"/>
              <a:buChar char="•"/>
            </a:pPr>
            <a:r>
              <a:rPr b="0" i="0" lang="en-US" sz="3200" u="none">
                <a:solidFill>
                  <a:schemeClr val="dk1"/>
                </a:solidFill>
                <a:latin typeface="Arial"/>
                <a:ea typeface="Arial"/>
                <a:cs typeface="Arial"/>
                <a:sym typeface="Arial"/>
              </a:rPr>
              <a:t> Space complexity: </a:t>
            </a:r>
            <a:r>
              <a:rPr b="0" i="1" lang="en-US" sz="3200" u="none">
                <a:solidFill>
                  <a:schemeClr val="dk1"/>
                </a:solidFill>
                <a:latin typeface="Arial"/>
                <a:ea typeface="Arial"/>
                <a:cs typeface="Arial"/>
                <a:sym typeface="Arial"/>
              </a:rPr>
              <a:t>O</a:t>
            </a:r>
            <a:r>
              <a:rPr b="0" i="0" lang="en-US" sz="3200" u="none">
                <a:solidFill>
                  <a:schemeClr val="dk1"/>
                </a:solidFill>
                <a:latin typeface="Arial"/>
                <a:ea typeface="Arial"/>
                <a:cs typeface="Arial"/>
                <a:sym typeface="Arial"/>
              </a:rPr>
              <a:t>(</a:t>
            </a:r>
            <a:r>
              <a:rPr b="0" i="1" lang="en-US" sz="3200" u="none">
                <a:solidFill>
                  <a:schemeClr val="dk1"/>
                </a:solidFill>
                <a:latin typeface="Arial"/>
                <a:ea typeface="Arial"/>
                <a:cs typeface="Arial"/>
                <a:sym typeface="Arial"/>
              </a:rPr>
              <a:t>bm</a:t>
            </a:r>
            <a:r>
              <a:rPr b="0" i="0" lang="en-US" sz="3200" u="none">
                <a:solidFill>
                  <a:schemeClr val="dk1"/>
                </a:solidFill>
                <a:latin typeface="Arial"/>
                <a:ea typeface="Arial"/>
                <a:cs typeface="Arial"/>
                <a:sym typeface="Arial"/>
              </a:rPr>
              <a:t>)</a:t>
            </a:r>
            <a:endParaRPr/>
          </a:p>
          <a:p>
            <a:pPr indent="-285750" lvl="1" marL="742950" rtl="0" algn="just">
              <a:lnSpc>
                <a:spcPct val="90000"/>
              </a:lnSpc>
              <a:spcBef>
                <a:spcPts val="560"/>
              </a:spcBef>
              <a:spcAft>
                <a:spcPts val="0"/>
              </a:spcAft>
              <a:buClr>
                <a:schemeClr val="dk1"/>
              </a:buClr>
              <a:buSzPts val="2800"/>
              <a:buFont typeface="Arial"/>
              <a:buChar char="–"/>
            </a:pPr>
            <a:r>
              <a:rPr b="0" i="0" lang="en-US" sz="2800" u="none">
                <a:solidFill>
                  <a:schemeClr val="dk1"/>
                </a:solidFill>
                <a:latin typeface="Arial"/>
                <a:ea typeface="Arial"/>
                <a:cs typeface="Arial"/>
                <a:sym typeface="Arial"/>
              </a:rPr>
              <a:t>Backtracking search uses even less memory (one successor instead of all </a:t>
            </a:r>
            <a:r>
              <a:rPr b="0" i="1" lang="en-US" sz="2800" u="none">
                <a:solidFill>
                  <a:schemeClr val="dk1"/>
                </a:solidFill>
                <a:latin typeface="Arial"/>
                <a:ea typeface="Arial"/>
                <a:cs typeface="Arial"/>
                <a:sym typeface="Arial"/>
              </a:rPr>
              <a:t>b)</a:t>
            </a:r>
            <a:endParaRPr/>
          </a:p>
        </p:txBody>
      </p:sp>
      <p:sp>
        <p:nvSpPr>
          <p:cNvPr id="601" name="Google Shape;601;p58"/>
          <p:cNvSpPr txBox="1"/>
          <p:nvPr/>
        </p:nvSpPr>
        <p:spPr>
          <a:xfrm>
            <a:off x="6934200" y="6550025"/>
            <a:ext cx="2133600" cy="231775"/>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0" i="0" lang="en-US" sz="1400" u="none">
                <a:solidFill>
                  <a:schemeClr val="dk1"/>
                </a:solidFill>
                <a:latin typeface="Arial"/>
                <a:ea typeface="Arial"/>
                <a:cs typeface="Arial"/>
                <a:sym typeface="Arial"/>
              </a:rPr>
              <a:t>‹#›</a:t>
            </a:fld>
            <a:endParaRPr/>
          </a:p>
        </p:txBody>
      </p:sp>
      <p:pic>
        <p:nvPicPr>
          <p:cNvPr id="602" name="Google Shape;602;p58"/>
          <p:cNvPicPr preferRelativeResize="0"/>
          <p:nvPr/>
        </p:nvPicPr>
        <p:blipFill rotWithShape="1">
          <a:blip r:embed="rId3">
            <a:alphaModFix/>
          </a:blip>
          <a:srcRect b="0" l="0" r="0" t="0"/>
          <a:stretch/>
        </p:blipFill>
        <p:spPr>
          <a:xfrm>
            <a:off x="8229600" y="0"/>
            <a:ext cx="914400" cy="914400"/>
          </a:xfrm>
          <a:prstGeom prst="rect">
            <a:avLst/>
          </a:prstGeom>
          <a:noFill/>
          <a:ln>
            <a:noFill/>
          </a:ln>
        </p:spPr>
      </p:pic>
    </p:spTree>
  </p:cSld>
  <p:clrMapOvr>
    <a:masterClrMapping/>
  </p:clrMapOvr>
  <p:transition spd="slow">
    <p:fade thruBlk="1"/>
  </p:transition>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6" name="Shape 606"/>
        <p:cNvGrpSpPr/>
        <p:nvPr/>
      </p:nvGrpSpPr>
      <p:grpSpPr>
        <a:xfrm>
          <a:off x="0" y="0"/>
          <a:ext cx="0" cy="0"/>
          <a:chOff x="0" y="0"/>
          <a:chExt cx="0" cy="0"/>
        </a:xfrm>
      </p:grpSpPr>
      <p:sp>
        <p:nvSpPr>
          <p:cNvPr id="607" name="Google Shape;607;p59"/>
          <p:cNvSpPr txBox="1"/>
          <p:nvPr>
            <p:ph type="title"/>
          </p:nvPr>
        </p:nvSpPr>
        <p:spPr>
          <a:xfrm>
            <a:off x="457200" y="76200"/>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C00000"/>
              </a:buClr>
              <a:buSzPts val="4400"/>
              <a:buFont typeface="Arial"/>
              <a:buNone/>
            </a:pPr>
            <a:r>
              <a:rPr b="1" i="0" lang="en-US" sz="4400" u="none">
                <a:solidFill>
                  <a:srgbClr val="C00000"/>
                </a:solidFill>
                <a:latin typeface="Arial"/>
                <a:ea typeface="Arial"/>
                <a:cs typeface="Arial"/>
                <a:sym typeface="Arial"/>
              </a:rPr>
              <a:t>Depth-Limited Search</a:t>
            </a:r>
            <a:endParaRPr/>
          </a:p>
        </p:txBody>
      </p:sp>
      <p:sp>
        <p:nvSpPr>
          <p:cNvPr id="608" name="Google Shape;608;p59"/>
          <p:cNvSpPr txBox="1"/>
          <p:nvPr>
            <p:ph idx="1" type="body"/>
          </p:nvPr>
        </p:nvSpPr>
        <p:spPr>
          <a:xfrm>
            <a:off x="152400" y="1416050"/>
            <a:ext cx="8839200" cy="493395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1"/>
              </a:buClr>
              <a:buSzPts val="3200"/>
              <a:buFont typeface="Arial"/>
              <a:buChar char="•"/>
            </a:pPr>
            <a:r>
              <a:rPr b="0" i="0" lang="en-US" sz="3200" u="none">
                <a:solidFill>
                  <a:schemeClr val="dk1"/>
                </a:solidFill>
                <a:latin typeface="Arial"/>
                <a:ea typeface="Arial"/>
                <a:cs typeface="Arial"/>
                <a:sym typeface="Arial"/>
              </a:rPr>
              <a:t>DF-search with depth limit </a:t>
            </a:r>
            <a:r>
              <a:rPr b="0" i="1" lang="en-US" sz="3200" u="none">
                <a:solidFill>
                  <a:schemeClr val="dk1"/>
                </a:solidFill>
                <a:latin typeface="Consolas"/>
                <a:ea typeface="Consolas"/>
                <a:cs typeface="Consolas"/>
                <a:sym typeface="Consolas"/>
              </a:rPr>
              <a:t>l</a:t>
            </a:r>
            <a:endParaRPr/>
          </a:p>
          <a:p>
            <a:pPr indent="-285750" lvl="1" marL="742950" rtl="0" algn="l">
              <a:lnSpc>
                <a:spcPct val="100000"/>
              </a:lnSpc>
              <a:spcBef>
                <a:spcPts val="560"/>
              </a:spcBef>
              <a:spcAft>
                <a:spcPts val="0"/>
              </a:spcAft>
              <a:buClr>
                <a:schemeClr val="dk1"/>
              </a:buClr>
              <a:buSzPts val="2800"/>
              <a:buFont typeface="Arial"/>
              <a:buChar char="–"/>
            </a:pPr>
            <a:r>
              <a:rPr b="0" i="0" lang="en-US" sz="2800" u="none">
                <a:solidFill>
                  <a:schemeClr val="dk1"/>
                </a:solidFill>
                <a:latin typeface="Arial"/>
                <a:ea typeface="Arial"/>
                <a:cs typeface="Arial"/>
                <a:sym typeface="Arial"/>
              </a:rPr>
              <a:t>i.e. nodes at depth </a:t>
            </a:r>
            <a:r>
              <a:rPr b="0" i="1" lang="en-US" sz="2800" u="none">
                <a:solidFill>
                  <a:schemeClr val="dk1"/>
                </a:solidFill>
                <a:latin typeface="Consolas"/>
                <a:ea typeface="Consolas"/>
                <a:cs typeface="Consolas"/>
                <a:sym typeface="Consolas"/>
              </a:rPr>
              <a:t>l</a:t>
            </a:r>
            <a:r>
              <a:rPr b="0" i="1" lang="en-US" sz="2800" u="none">
                <a:solidFill>
                  <a:schemeClr val="dk1"/>
                </a:solidFill>
                <a:latin typeface="Arial"/>
                <a:ea typeface="Arial"/>
                <a:cs typeface="Arial"/>
                <a:sym typeface="Arial"/>
              </a:rPr>
              <a:t> </a:t>
            </a:r>
            <a:r>
              <a:rPr b="0" i="0" lang="en-US" sz="2800" u="none">
                <a:solidFill>
                  <a:schemeClr val="dk1"/>
                </a:solidFill>
                <a:latin typeface="Arial"/>
                <a:ea typeface="Arial"/>
                <a:cs typeface="Arial"/>
                <a:sym typeface="Arial"/>
              </a:rPr>
              <a:t>have no successors</a:t>
            </a:r>
            <a:endParaRPr/>
          </a:p>
          <a:p>
            <a:pPr indent="-285750" lvl="1" marL="742950" rtl="0" algn="l">
              <a:lnSpc>
                <a:spcPct val="100000"/>
              </a:lnSpc>
              <a:spcBef>
                <a:spcPts val="560"/>
              </a:spcBef>
              <a:spcAft>
                <a:spcPts val="0"/>
              </a:spcAft>
              <a:buClr>
                <a:schemeClr val="dk1"/>
              </a:buClr>
              <a:buSzPts val="2800"/>
              <a:buFont typeface="Arial"/>
              <a:buChar char="–"/>
            </a:pPr>
            <a:r>
              <a:rPr b="0" i="0" lang="en-US" sz="2800" u="none">
                <a:solidFill>
                  <a:schemeClr val="dk1"/>
                </a:solidFill>
                <a:latin typeface="Arial"/>
                <a:ea typeface="Arial"/>
                <a:cs typeface="Arial"/>
                <a:sym typeface="Arial"/>
              </a:rPr>
              <a:t>Problem knowledge can be used</a:t>
            </a:r>
            <a:endParaRPr/>
          </a:p>
          <a:p>
            <a:pPr indent="-342900" lvl="0" marL="342900" rtl="0" algn="l">
              <a:lnSpc>
                <a:spcPct val="100000"/>
              </a:lnSpc>
              <a:spcBef>
                <a:spcPts val="640"/>
              </a:spcBef>
              <a:spcAft>
                <a:spcPts val="0"/>
              </a:spcAft>
              <a:buClr>
                <a:schemeClr val="dk1"/>
              </a:buClr>
              <a:buSzPts val="3200"/>
              <a:buFont typeface="Arial"/>
              <a:buChar char="•"/>
            </a:pPr>
            <a:r>
              <a:rPr b="0" i="0" lang="en-US" sz="3200" u="none">
                <a:solidFill>
                  <a:schemeClr val="dk1"/>
                </a:solidFill>
                <a:latin typeface="Arial"/>
                <a:ea typeface="Arial"/>
                <a:cs typeface="Arial"/>
                <a:sym typeface="Arial"/>
              </a:rPr>
              <a:t> Solves the infinite-path problem</a:t>
            </a:r>
            <a:endParaRPr/>
          </a:p>
          <a:p>
            <a:pPr indent="-342900" lvl="0" marL="342900" rtl="0" algn="l">
              <a:lnSpc>
                <a:spcPct val="100000"/>
              </a:lnSpc>
              <a:spcBef>
                <a:spcPts val="640"/>
              </a:spcBef>
              <a:spcAft>
                <a:spcPts val="0"/>
              </a:spcAft>
              <a:buClr>
                <a:schemeClr val="dk1"/>
              </a:buClr>
              <a:buSzPts val="3200"/>
              <a:buFont typeface="Arial"/>
              <a:buChar char="•"/>
            </a:pPr>
            <a:r>
              <a:rPr b="0" i="0" lang="en-US" sz="3200" u="none">
                <a:solidFill>
                  <a:schemeClr val="dk1"/>
                </a:solidFill>
                <a:latin typeface="Arial"/>
                <a:ea typeface="Arial"/>
                <a:cs typeface="Arial"/>
                <a:sym typeface="Arial"/>
              </a:rPr>
              <a:t> If </a:t>
            </a:r>
            <a:r>
              <a:rPr b="0" i="1" lang="en-US" sz="3200" u="none">
                <a:solidFill>
                  <a:schemeClr val="dk1"/>
                </a:solidFill>
                <a:latin typeface="Consolas"/>
                <a:ea typeface="Consolas"/>
                <a:cs typeface="Consolas"/>
                <a:sym typeface="Consolas"/>
              </a:rPr>
              <a:t>l</a:t>
            </a:r>
            <a:r>
              <a:rPr b="0" i="1" lang="en-US" sz="3200" u="none">
                <a:solidFill>
                  <a:schemeClr val="dk1"/>
                </a:solidFill>
                <a:latin typeface="Arial"/>
                <a:ea typeface="Arial"/>
                <a:cs typeface="Arial"/>
                <a:sym typeface="Arial"/>
              </a:rPr>
              <a:t> &lt; </a:t>
            </a:r>
            <a:r>
              <a:rPr b="0" i="1" lang="en-US" sz="3200" u="none">
                <a:solidFill>
                  <a:schemeClr val="dk1"/>
                </a:solidFill>
                <a:latin typeface="Consolas"/>
                <a:ea typeface="Consolas"/>
                <a:cs typeface="Consolas"/>
                <a:sym typeface="Consolas"/>
              </a:rPr>
              <a:t>d</a:t>
            </a:r>
            <a:r>
              <a:rPr b="0" i="1" lang="en-US" sz="3200" u="none">
                <a:solidFill>
                  <a:schemeClr val="dk1"/>
                </a:solidFill>
                <a:latin typeface="Arial"/>
                <a:ea typeface="Arial"/>
                <a:cs typeface="Arial"/>
                <a:sym typeface="Arial"/>
              </a:rPr>
              <a:t> </a:t>
            </a:r>
            <a:r>
              <a:rPr b="0" i="0" lang="en-US" sz="3200" u="none">
                <a:solidFill>
                  <a:schemeClr val="dk1"/>
                </a:solidFill>
                <a:latin typeface="Arial"/>
                <a:ea typeface="Arial"/>
                <a:cs typeface="Arial"/>
                <a:sym typeface="Arial"/>
              </a:rPr>
              <a:t>then incompleteness results</a:t>
            </a:r>
            <a:endParaRPr/>
          </a:p>
          <a:p>
            <a:pPr indent="-342900" lvl="0" marL="342900" rtl="0" algn="l">
              <a:lnSpc>
                <a:spcPct val="100000"/>
              </a:lnSpc>
              <a:spcBef>
                <a:spcPts val="640"/>
              </a:spcBef>
              <a:spcAft>
                <a:spcPts val="0"/>
              </a:spcAft>
              <a:buClr>
                <a:schemeClr val="dk1"/>
              </a:buClr>
              <a:buSzPts val="3200"/>
              <a:buFont typeface="Arial"/>
              <a:buChar char="•"/>
            </a:pPr>
            <a:r>
              <a:rPr b="0" i="0" lang="en-US" sz="3200" u="none">
                <a:solidFill>
                  <a:schemeClr val="dk1"/>
                </a:solidFill>
                <a:latin typeface="Arial"/>
                <a:ea typeface="Arial"/>
                <a:cs typeface="Arial"/>
                <a:sym typeface="Arial"/>
              </a:rPr>
              <a:t> Time complexity: </a:t>
            </a:r>
            <a:r>
              <a:rPr b="0" i="1" lang="en-US" sz="3200" u="none">
                <a:solidFill>
                  <a:schemeClr val="dk1"/>
                </a:solidFill>
                <a:latin typeface="Arial"/>
                <a:ea typeface="Arial"/>
                <a:cs typeface="Arial"/>
                <a:sym typeface="Arial"/>
              </a:rPr>
              <a:t>O</a:t>
            </a:r>
            <a:r>
              <a:rPr b="0" i="0" lang="en-US" sz="3200" u="none">
                <a:solidFill>
                  <a:schemeClr val="dk1"/>
                </a:solidFill>
                <a:latin typeface="Arial"/>
                <a:ea typeface="Arial"/>
                <a:cs typeface="Arial"/>
                <a:sym typeface="Arial"/>
              </a:rPr>
              <a:t>(</a:t>
            </a:r>
            <a:r>
              <a:rPr b="0" i="1" lang="en-US" sz="3200" u="none">
                <a:solidFill>
                  <a:schemeClr val="dk1"/>
                </a:solidFill>
                <a:latin typeface="Consolas"/>
                <a:ea typeface="Consolas"/>
                <a:cs typeface="Consolas"/>
                <a:sym typeface="Consolas"/>
              </a:rPr>
              <a:t>b</a:t>
            </a:r>
            <a:r>
              <a:rPr b="0" baseline="30000" i="1" lang="en-US" sz="3200" u="none">
                <a:solidFill>
                  <a:schemeClr val="dk1"/>
                </a:solidFill>
                <a:latin typeface="Consolas"/>
                <a:ea typeface="Consolas"/>
                <a:cs typeface="Consolas"/>
                <a:sym typeface="Consolas"/>
              </a:rPr>
              <a:t>l</a:t>
            </a:r>
            <a:r>
              <a:rPr b="0" i="0" lang="en-US" sz="3200" u="none">
                <a:solidFill>
                  <a:schemeClr val="dk1"/>
                </a:solidFill>
                <a:latin typeface="Arial"/>
                <a:ea typeface="Arial"/>
                <a:cs typeface="Arial"/>
                <a:sym typeface="Arial"/>
              </a:rPr>
              <a:t>)</a:t>
            </a:r>
            <a:endParaRPr/>
          </a:p>
          <a:p>
            <a:pPr indent="-342900" lvl="0" marL="342900" rtl="0" algn="l">
              <a:lnSpc>
                <a:spcPct val="100000"/>
              </a:lnSpc>
              <a:spcBef>
                <a:spcPts val="640"/>
              </a:spcBef>
              <a:spcAft>
                <a:spcPts val="0"/>
              </a:spcAft>
              <a:buClr>
                <a:schemeClr val="dk1"/>
              </a:buClr>
              <a:buSzPts val="3200"/>
              <a:buFont typeface="Arial"/>
              <a:buChar char="•"/>
            </a:pPr>
            <a:r>
              <a:rPr b="0" i="0" lang="en-US" sz="3200" u="none">
                <a:solidFill>
                  <a:schemeClr val="dk1"/>
                </a:solidFill>
                <a:latin typeface="Arial"/>
                <a:ea typeface="Arial"/>
                <a:cs typeface="Arial"/>
                <a:sym typeface="Arial"/>
              </a:rPr>
              <a:t> Space complexity: </a:t>
            </a:r>
            <a:r>
              <a:rPr b="0" i="1" lang="en-US" sz="3200" u="none">
                <a:solidFill>
                  <a:schemeClr val="dk1"/>
                </a:solidFill>
                <a:latin typeface="Arial"/>
                <a:ea typeface="Arial"/>
                <a:cs typeface="Arial"/>
                <a:sym typeface="Arial"/>
              </a:rPr>
              <a:t>O</a:t>
            </a:r>
            <a:r>
              <a:rPr b="0" i="0" lang="en-US" sz="3200" u="none">
                <a:solidFill>
                  <a:schemeClr val="dk1"/>
                </a:solidFill>
                <a:latin typeface="Arial"/>
                <a:ea typeface="Arial"/>
                <a:cs typeface="Arial"/>
                <a:sym typeface="Arial"/>
              </a:rPr>
              <a:t>(</a:t>
            </a:r>
            <a:r>
              <a:rPr b="0" i="1" lang="en-US" sz="3200" u="none">
                <a:solidFill>
                  <a:schemeClr val="dk1"/>
                </a:solidFill>
                <a:latin typeface="Consolas"/>
                <a:ea typeface="Consolas"/>
                <a:cs typeface="Consolas"/>
                <a:sym typeface="Consolas"/>
              </a:rPr>
              <a:t>bl</a:t>
            </a:r>
            <a:r>
              <a:rPr b="0" i="0" lang="en-US" sz="3200" u="none">
                <a:solidFill>
                  <a:schemeClr val="dk1"/>
                </a:solidFill>
                <a:latin typeface="Arial"/>
                <a:ea typeface="Arial"/>
                <a:cs typeface="Arial"/>
                <a:sym typeface="Arial"/>
              </a:rPr>
              <a:t>)</a:t>
            </a:r>
            <a:endParaRPr/>
          </a:p>
          <a:p>
            <a:pPr indent="-342900" lvl="0" marL="342900" rtl="0" algn="just">
              <a:lnSpc>
                <a:spcPct val="100000"/>
              </a:lnSpc>
              <a:spcBef>
                <a:spcPts val="640"/>
              </a:spcBef>
              <a:spcAft>
                <a:spcPts val="0"/>
              </a:spcAft>
              <a:buClr>
                <a:schemeClr val="dk1"/>
              </a:buClr>
              <a:buSzPts val="3200"/>
              <a:buFont typeface="Arial"/>
              <a:buChar char="•"/>
            </a:pPr>
            <a:r>
              <a:rPr b="0" i="0" lang="en-US" sz="3200" u="none">
                <a:solidFill>
                  <a:schemeClr val="dk1"/>
                </a:solidFill>
                <a:latin typeface="Arial"/>
                <a:ea typeface="Arial"/>
                <a:cs typeface="Arial"/>
                <a:sym typeface="Arial"/>
              </a:rPr>
              <a:t>Depth-first search can be viewed as a special case of depth-limited search with </a:t>
            </a:r>
            <a:r>
              <a:rPr b="0" i="1" lang="en-US" sz="3200" u="none">
                <a:solidFill>
                  <a:schemeClr val="dk1"/>
                </a:solidFill>
                <a:latin typeface="Consolas"/>
                <a:ea typeface="Consolas"/>
                <a:cs typeface="Consolas"/>
                <a:sym typeface="Consolas"/>
              </a:rPr>
              <a:t>l</a:t>
            </a:r>
            <a:r>
              <a:rPr b="0" i="0" lang="en-US" sz="3200" u="none">
                <a:solidFill>
                  <a:schemeClr val="dk1"/>
                </a:solidFill>
                <a:latin typeface="Arial"/>
                <a:ea typeface="Arial"/>
                <a:cs typeface="Arial"/>
                <a:sym typeface="Arial"/>
              </a:rPr>
              <a:t> = </a:t>
            </a:r>
            <a:r>
              <a:rPr b="0" i="1" lang="en-US" sz="3200" u="none">
                <a:solidFill>
                  <a:schemeClr val="dk1"/>
                </a:solidFill>
                <a:latin typeface="Arial"/>
                <a:ea typeface="Arial"/>
                <a:cs typeface="Arial"/>
                <a:sym typeface="Arial"/>
              </a:rPr>
              <a:t>∞.</a:t>
            </a:r>
            <a:endParaRPr b="0" i="0" sz="3200" u="none">
              <a:solidFill>
                <a:schemeClr val="dk1"/>
              </a:solidFill>
              <a:latin typeface="Arial"/>
              <a:ea typeface="Arial"/>
              <a:cs typeface="Arial"/>
              <a:sym typeface="Arial"/>
            </a:endParaRPr>
          </a:p>
          <a:p>
            <a:pPr indent="-139700" lvl="0" marL="342900" rtl="0" algn="l">
              <a:spcBef>
                <a:spcPts val="640"/>
              </a:spcBef>
              <a:spcAft>
                <a:spcPts val="0"/>
              </a:spcAft>
              <a:buClr>
                <a:schemeClr val="dk1"/>
              </a:buClr>
              <a:buSzPts val="3200"/>
              <a:buFont typeface="Arial"/>
              <a:buNone/>
            </a:pPr>
            <a:r>
              <a:t/>
            </a:r>
            <a:endParaRPr b="0" i="0" sz="3200" u="none">
              <a:solidFill>
                <a:schemeClr val="dk1"/>
              </a:solidFill>
              <a:latin typeface="Arial"/>
              <a:ea typeface="Arial"/>
              <a:cs typeface="Arial"/>
              <a:sym typeface="Arial"/>
            </a:endParaRPr>
          </a:p>
        </p:txBody>
      </p:sp>
      <p:sp>
        <p:nvSpPr>
          <p:cNvPr id="609" name="Google Shape;609;p59"/>
          <p:cNvSpPr txBox="1"/>
          <p:nvPr/>
        </p:nvSpPr>
        <p:spPr>
          <a:xfrm>
            <a:off x="6934200" y="6550025"/>
            <a:ext cx="2133600" cy="231775"/>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0" i="0" lang="en-US" sz="1400" u="none">
                <a:solidFill>
                  <a:schemeClr val="dk1"/>
                </a:solidFill>
                <a:latin typeface="Arial"/>
                <a:ea typeface="Arial"/>
                <a:cs typeface="Arial"/>
                <a:sym typeface="Arial"/>
              </a:rPr>
              <a:t>‹#›</a:t>
            </a:fld>
            <a:endParaRPr/>
          </a:p>
        </p:txBody>
      </p:sp>
      <p:pic>
        <p:nvPicPr>
          <p:cNvPr id="610" name="Google Shape;610;p59"/>
          <p:cNvPicPr preferRelativeResize="0"/>
          <p:nvPr/>
        </p:nvPicPr>
        <p:blipFill rotWithShape="1">
          <a:blip r:embed="rId3">
            <a:alphaModFix/>
          </a:blip>
          <a:srcRect b="0" l="0" r="0" t="0"/>
          <a:stretch/>
        </p:blipFill>
        <p:spPr>
          <a:xfrm>
            <a:off x="8229600" y="0"/>
            <a:ext cx="914400" cy="914400"/>
          </a:xfrm>
          <a:prstGeom prst="rect">
            <a:avLst/>
          </a:prstGeom>
          <a:noFill/>
          <a:ln>
            <a:noFill/>
          </a:ln>
        </p:spPr>
      </p:pic>
    </p:spTree>
  </p:cSld>
  <p:clrMapOvr>
    <a:masterClrMapping/>
  </p:clrMapOvr>
  <p:transition spd="slow">
    <p:fade thruBlk="1"/>
  </p:transition>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4" name="Shape 614"/>
        <p:cNvGrpSpPr/>
        <p:nvPr/>
      </p:nvGrpSpPr>
      <p:grpSpPr>
        <a:xfrm>
          <a:off x="0" y="0"/>
          <a:ext cx="0" cy="0"/>
          <a:chOff x="0" y="0"/>
          <a:chExt cx="0" cy="0"/>
        </a:xfrm>
      </p:grpSpPr>
      <p:sp>
        <p:nvSpPr>
          <p:cNvPr id="615" name="Google Shape;615;p60"/>
          <p:cNvSpPr txBox="1"/>
          <p:nvPr>
            <p:ph type="title"/>
          </p:nvPr>
        </p:nvSpPr>
        <p:spPr>
          <a:xfrm>
            <a:off x="0" y="76200"/>
            <a:ext cx="91440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C00000"/>
              </a:buClr>
              <a:buSzPts val="4400"/>
              <a:buFont typeface="Arial"/>
              <a:buNone/>
            </a:pPr>
            <a:r>
              <a:rPr b="1" i="0" lang="en-US" sz="4400" u="none">
                <a:solidFill>
                  <a:srgbClr val="C00000"/>
                </a:solidFill>
                <a:latin typeface="Arial"/>
                <a:ea typeface="Arial"/>
                <a:cs typeface="Arial"/>
                <a:sym typeface="Arial"/>
              </a:rPr>
              <a:t>Depth-Limited Search with </a:t>
            </a:r>
            <a:r>
              <a:rPr b="1" i="1" lang="en-US" sz="4400" u="none">
                <a:solidFill>
                  <a:srgbClr val="C00000"/>
                </a:solidFill>
                <a:latin typeface="Arial"/>
                <a:ea typeface="Arial"/>
                <a:cs typeface="Arial"/>
                <a:sym typeface="Arial"/>
              </a:rPr>
              <a:t>l</a:t>
            </a:r>
            <a:r>
              <a:rPr b="1" i="0" lang="en-US" sz="4400" u="none">
                <a:solidFill>
                  <a:srgbClr val="C00000"/>
                </a:solidFill>
                <a:latin typeface="Arial"/>
                <a:ea typeface="Arial"/>
                <a:cs typeface="Arial"/>
                <a:sym typeface="Arial"/>
              </a:rPr>
              <a:t> = 2</a:t>
            </a:r>
            <a:endParaRPr/>
          </a:p>
        </p:txBody>
      </p:sp>
      <p:pic>
        <p:nvPicPr>
          <p:cNvPr id="616" name="Google Shape;616;p60"/>
          <p:cNvPicPr preferRelativeResize="0"/>
          <p:nvPr>
            <p:ph idx="1" type="body"/>
          </p:nvPr>
        </p:nvPicPr>
        <p:blipFill rotWithShape="1">
          <a:blip r:embed="rId3">
            <a:alphaModFix/>
          </a:blip>
          <a:srcRect b="0" l="0" r="0" t="0"/>
          <a:stretch/>
        </p:blipFill>
        <p:spPr>
          <a:xfrm>
            <a:off x="704850" y="1870850"/>
            <a:ext cx="7086600" cy="3897300"/>
          </a:xfrm>
          <a:prstGeom prst="rect">
            <a:avLst/>
          </a:prstGeom>
          <a:noFill/>
          <a:ln>
            <a:noFill/>
          </a:ln>
        </p:spPr>
      </p:pic>
      <p:sp>
        <p:nvSpPr>
          <p:cNvPr id="617" name="Google Shape;617;p60"/>
          <p:cNvSpPr txBox="1"/>
          <p:nvPr/>
        </p:nvSpPr>
        <p:spPr>
          <a:xfrm>
            <a:off x="6934200" y="6550025"/>
            <a:ext cx="2133600" cy="231775"/>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0" i="0" lang="en-US" sz="1400" u="none">
                <a:solidFill>
                  <a:schemeClr val="dk1"/>
                </a:solidFill>
                <a:latin typeface="Arial"/>
                <a:ea typeface="Arial"/>
                <a:cs typeface="Arial"/>
                <a:sym typeface="Arial"/>
              </a:rPr>
              <a:t>‹#›</a:t>
            </a:fld>
            <a:endParaRPr/>
          </a:p>
        </p:txBody>
      </p:sp>
      <p:pic>
        <p:nvPicPr>
          <p:cNvPr id="618" name="Google Shape;618;p60"/>
          <p:cNvPicPr preferRelativeResize="0"/>
          <p:nvPr/>
        </p:nvPicPr>
        <p:blipFill rotWithShape="1">
          <a:blip r:embed="rId4">
            <a:alphaModFix/>
          </a:blip>
          <a:srcRect b="0" l="0" r="0" t="0"/>
          <a:stretch/>
        </p:blipFill>
        <p:spPr>
          <a:xfrm>
            <a:off x="8686800" y="0"/>
            <a:ext cx="457200" cy="457200"/>
          </a:xfrm>
          <a:prstGeom prst="rect">
            <a:avLst/>
          </a:prstGeom>
          <a:noFill/>
          <a:ln>
            <a:noFill/>
          </a:ln>
        </p:spPr>
      </p:pic>
    </p:spTree>
  </p:cSld>
  <p:clrMapOvr>
    <a:masterClrMapping/>
  </p:clrMapOvr>
  <p:transition spd="slow">
    <p:fade thruBlk="1"/>
  </p:transition>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2" name="Shape 622"/>
        <p:cNvGrpSpPr/>
        <p:nvPr/>
      </p:nvGrpSpPr>
      <p:grpSpPr>
        <a:xfrm>
          <a:off x="0" y="0"/>
          <a:ext cx="0" cy="0"/>
          <a:chOff x="0" y="0"/>
          <a:chExt cx="0" cy="0"/>
        </a:xfrm>
      </p:grpSpPr>
      <p:pic>
        <p:nvPicPr>
          <p:cNvPr id="623" name="Google Shape;623;p61"/>
          <p:cNvPicPr preferRelativeResize="0"/>
          <p:nvPr>
            <p:ph idx="1" type="body"/>
          </p:nvPr>
        </p:nvPicPr>
        <p:blipFill rotWithShape="1">
          <a:blip r:embed="rId3">
            <a:alphaModFix/>
          </a:blip>
          <a:srcRect b="0" l="0" r="0" t="0"/>
          <a:stretch/>
        </p:blipFill>
        <p:spPr>
          <a:xfrm>
            <a:off x="1738312" y="1500187"/>
            <a:ext cx="5667375" cy="3400425"/>
          </a:xfrm>
          <a:prstGeom prst="rect">
            <a:avLst/>
          </a:prstGeom>
          <a:noFill/>
          <a:ln>
            <a:noFill/>
          </a:ln>
        </p:spPr>
      </p:pic>
      <p:sp>
        <p:nvSpPr>
          <p:cNvPr id="624" name="Google Shape;624;p61"/>
          <p:cNvSpPr txBox="1"/>
          <p:nvPr/>
        </p:nvSpPr>
        <p:spPr>
          <a:xfrm>
            <a:off x="0" y="0"/>
            <a:ext cx="9144000" cy="1143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C00000"/>
              </a:buClr>
              <a:buSzPts val="4400"/>
              <a:buFont typeface="Arial"/>
              <a:buNone/>
            </a:pPr>
            <a:r>
              <a:rPr b="1" i="0" lang="en-US" sz="4400" u="none">
                <a:solidFill>
                  <a:srgbClr val="C00000"/>
                </a:solidFill>
                <a:latin typeface="Arial"/>
                <a:ea typeface="Arial"/>
                <a:cs typeface="Arial"/>
                <a:sym typeface="Arial"/>
              </a:rPr>
              <a:t>Depth-Limited Search with </a:t>
            </a:r>
            <a:r>
              <a:rPr b="1" i="1" lang="en-US" sz="4400" u="none">
                <a:solidFill>
                  <a:srgbClr val="C00000"/>
                </a:solidFill>
                <a:latin typeface="Arial"/>
                <a:ea typeface="Arial"/>
                <a:cs typeface="Arial"/>
                <a:sym typeface="Arial"/>
              </a:rPr>
              <a:t>l</a:t>
            </a:r>
            <a:r>
              <a:rPr b="1" i="0" lang="en-US" sz="4400" u="none">
                <a:solidFill>
                  <a:srgbClr val="C00000"/>
                </a:solidFill>
                <a:latin typeface="Arial"/>
                <a:ea typeface="Arial"/>
                <a:cs typeface="Arial"/>
                <a:sym typeface="Arial"/>
              </a:rPr>
              <a:t> = 2</a:t>
            </a:r>
            <a:endParaRPr/>
          </a:p>
        </p:txBody>
      </p:sp>
      <p:sp>
        <p:nvSpPr>
          <p:cNvPr id="625" name="Google Shape;625;p61"/>
          <p:cNvSpPr txBox="1"/>
          <p:nvPr/>
        </p:nvSpPr>
        <p:spPr>
          <a:xfrm>
            <a:off x="6934200" y="6550025"/>
            <a:ext cx="2133600" cy="231775"/>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0" i="0" lang="en-US" sz="1400" u="none">
                <a:solidFill>
                  <a:schemeClr val="dk1"/>
                </a:solidFill>
                <a:latin typeface="Arial"/>
                <a:ea typeface="Arial"/>
                <a:cs typeface="Arial"/>
                <a:sym typeface="Arial"/>
              </a:rPr>
              <a:t>‹#›</a:t>
            </a:fld>
            <a:endParaRPr/>
          </a:p>
        </p:txBody>
      </p:sp>
      <p:pic>
        <p:nvPicPr>
          <p:cNvPr id="626" name="Google Shape;626;p61"/>
          <p:cNvPicPr preferRelativeResize="0"/>
          <p:nvPr/>
        </p:nvPicPr>
        <p:blipFill rotWithShape="1">
          <a:blip r:embed="rId4">
            <a:alphaModFix/>
          </a:blip>
          <a:srcRect b="0" l="0" r="0" t="0"/>
          <a:stretch/>
        </p:blipFill>
        <p:spPr>
          <a:xfrm>
            <a:off x="8778875" y="0"/>
            <a:ext cx="365125" cy="365125"/>
          </a:xfrm>
          <a:prstGeom prst="rect">
            <a:avLst/>
          </a:prstGeom>
          <a:noFill/>
          <a:ln>
            <a:noFill/>
          </a:ln>
        </p:spPr>
      </p:pic>
    </p:spTree>
  </p:cSld>
  <p:clrMapOvr>
    <a:masterClrMapping/>
  </p:clrMapOvr>
  <p:transition spd="slow">
    <p:fade thruBlk="1"/>
  </p:transition>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0" name="Shape 630"/>
        <p:cNvGrpSpPr/>
        <p:nvPr/>
      </p:nvGrpSpPr>
      <p:grpSpPr>
        <a:xfrm>
          <a:off x="0" y="0"/>
          <a:ext cx="0" cy="0"/>
          <a:chOff x="0" y="0"/>
          <a:chExt cx="0" cy="0"/>
        </a:xfrm>
      </p:grpSpPr>
      <p:pic>
        <p:nvPicPr>
          <p:cNvPr id="631" name="Google Shape;631;p62"/>
          <p:cNvPicPr preferRelativeResize="0"/>
          <p:nvPr>
            <p:ph idx="1" type="body"/>
          </p:nvPr>
        </p:nvPicPr>
        <p:blipFill rotWithShape="1">
          <a:blip r:embed="rId3">
            <a:alphaModFix/>
          </a:blip>
          <a:srcRect b="0" l="0" r="0" t="0"/>
          <a:stretch/>
        </p:blipFill>
        <p:spPr>
          <a:xfrm>
            <a:off x="1800225" y="1552575"/>
            <a:ext cx="5543550" cy="3295650"/>
          </a:xfrm>
          <a:prstGeom prst="rect">
            <a:avLst/>
          </a:prstGeom>
          <a:noFill/>
          <a:ln>
            <a:noFill/>
          </a:ln>
        </p:spPr>
      </p:pic>
      <p:sp>
        <p:nvSpPr>
          <p:cNvPr id="632" name="Google Shape;632;p62"/>
          <p:cNvSpPr txBox="1"/>
          <p:nvPr/>
        </p:nvSpPr>
        <p:spPr>
          <a:xfrm>
            <a:off x="109650" y="0"/>
            <a:ext cx="9144000" cy="1143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C00000"/>
              </a:buClr>
              <a:buSzPts val="4400"/>
              <a:buFont typeface="Arial"/>
              <a:buNone/>
            </a:pPr>
            <a:r>
              <a:rPr b="1" i="0" lang="en-US" sz="4400" u="none">
                <a:solidFill>
                  <a:srgbClr val="C00000"/>
                </a:solidFill>
                <a:latin typeface="Arial"/>
                <a:ea typeface="Arial"/>
                <a:cs typeface="Arial"/>
                <a:sym typeface="Arial"/>
              </a:rPr>
              <a:t>Depth-Limited Search with </a:t>
            </a:r>
            <a:r>
              <a:rPr b="1" i="1" lang="en-US" sz="4400" u="none">
                <a:solidFill>
                  <a:srgbClr val="C00000"/>
                </a:solidFill>
                <a:latin typeface="Arial"/>
                <a:ea typeface="Arial"/>
                <a:cs typeface="Arial"/>
                <a:sym typeface="Arial"/>
              </a:rPr>
              <a:t>l</a:t>
            </a:r>
            <a:r>
              <a:rPr b="1" i="0" lang="en-US" sz="4400" u="none">
                <a:solidFill>
                  <a:srgbClr val="C00000"/>
                </a:solidFill>
                <a:latin typeface="Arial"/>
                <a:ea typeface="Arial"/>
                <a:cs typeface="Arial"/>
                <a:sym typeface="Arial"/>
              </a:rPr>
              <a:t> = 2</a:t>
            </a:r>
            <a:endParaRPr/>
          </a:p>
        </p:txBody>
      </p:sp>
      <p:sp>
        <p:nvSpPr>
          <p:cNvPr id="633" name="Google Shape;633;p62"/>
          <p:cNvSpPr txBox="1"/>
          <p:nvPr/>
        </p:nvSpPr>
        <p:spPr>
          <a:xfrm>
            <a:off x="6934200" y="6550025"/>
            <a:ext cx="2133600" cy="231775"/>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0" i="0" lang="en-US" sz="1400" u="none">
                <a:solidFill>
                  <a:schemeClr val="dk1"/>
                </a:solidFill>
                <a:latin typeface="Arial"/>
                <a:ea typeface="Arial"/>
                <a:cs typeface="Arial"/>
                <a:sym typeface="Arial"/>
              </a:rPr>
              <a:t>‹#›</a:t>
            </a:fld>
            <a:endParaRPr/>
          </a:p>
        </p:txBody>
      </p:sp>
      <p:pic>
        <p:nvPicPr>
          <p:cNvPr id="634" name="Google Shape;634;p62"/>
          <p:cNvPicPr preferRelativeResize="0"/>
          <p:nvPr/>
        </p:nvPicPr>
        <p:blipFill rotWithShape="1">
          <a:blip r:embed="rId4">
            <a:alphaModFix/>
          </a:blip>
          <a:srcRect b="0" l="0" r="0" t="0"/>
          <a:stretch/>
        </p:blipFill>
        <p:spPr>
          <a:xfrm>
            <a:off x="8778875" y="0"/>
            <a:ext cx="365125" cy="365125"/>
          </a:xfrm>
          <a:prstGeom prst="rect">
            <a:avLst/>
          </a:prstGeom>
          <a:noFill/>
          <a:ln>
            <a:noFill/>
          </a:ln>
        </p:spPr>
      </p:pic>
    </p:spTree>
  </p:cSld>
  <p:clrMapOvr>
    <a:masterClrMapping/>
  </p:clrMapOvr>
  <p:transition spd="slow">
    <p:fade thruBlk="1"/>
  </p:transition>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8" name="Shape 638"/>
        <p:cNvGrpSpPr/>
        <p:nvPr/>
      </p:nvGrpSpPr>
      <p:grpSpPr>
        <a:xfrm>
          <a:off x="0" y="0"/>
          <a:ext cx="0" cy="0"/>
          <a:chOff x="0" y="0"/>
          <a:chExt cx="0" cy="0"/>
        </a:xfrm>
      </p:grpSpPr>
      <p:pic>
        <p:nvPicPr>
          <p:cNvPr id="639" name="Google Shape;639;p63"/>
          <p:cNvPicPr preferRelativeResize="0"/>
          <p:nvPr>
            <p:ph idx="1" type="body"/>
          </p:nvPr>
        </p:nvPicPr>
        <p:blipFill rotWithShape="1">
          <a:blip r:embed="rId3">
            <a:alphaModFix/>
          </a:blip>
          <a:srcRect b="0" l="0" r="0" t="0"/>
          <a:stretch/>
        </p:blipFill>
        <p:spPr>
          <a:xfrm>
            <a:off x="1738312" y="1895475"/>
            <a:ext cx="5667375" cy="3286125"/>
          </a:xfrm>
          <a:prstGeom prst="rect">
            <a:avLst/>
          </a:prstGeom>
          <a:noFill/>
          <a:ln>
            <a:noFill/>
          </a:ln>
        </p:spPr>
      </p:pic>
      <p:sp>
        <p:nvSpPr>
          <p:cNvPr id="640" name="Google Shape;640;p63"/>
          <p:cNvSpPr txBox="1"/>
          <p:nvPr/>
        </p:nvSpPr>
        <p:spPr>
          <a:xfrm>
            <a:off x="0" y="0"/>
            <a:ext cx="9144000" cy="9906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C00000"/>
              </a:buClr>
              <a:buSzPts val="4400"/>
              <a:buFont typeface="Arial"/>
              <a:buNone/>
            </a:pPr>
            <a:r>
              <a:rPr b="1" i="0" lang="en-US" sz="4400" u="none">
                <a:solidFill>
                  <a:srgbClr val="C00000"/>
                </a:solidFill>
                <a:latin typeface="Arial"/>
                <a:ea typeface="Arial"/>
                <a:cs typeface="Arial"/>
                <a:sym typeface="Arial"/>
              </a:rPr>
              <a:t>Depth-Limited Search with </a:t>
            </a:r>
            <a:r>
              <a:rPr b="1" i="1" lang="en-US" sz="4400" u="none">
                <a:solidFill>
                  <a:srgbClr val="C00000"/>
                </a:solidFill>
                <a:latin typeface="Arial"/>
                <a:ea typeface="Arial"/>
                <a:cs typeface="Arial"/>
                <a:sym typeface="Arial"/>
              </a:rPr>
              <a:t>l</a:t>
            </a:r>
            <a:r>
              <a:rPr b="1" i="0" lang="en-US" sz="4400" u="none">
                <a:solidFill>
                  <a:srgbClr val="C00000"/>
                </a:solidFill>
                <a:latin typeface="Arial"/>
                <a:ea typeface="Arial"/>
                <a:cs typeface="Arial"/>
                <a:sym typeface="Arial"/>
              </a:rPr>
              <a:t> = 2</a:t>
            </a:r>
            <a:endParaRPr/>
          </a:p>
        </p:txBody>
      </p:sp>
      <p:sp>
        <p:nvSpPr>
          <p:cNvPr id="641" name="Google Shape;641;p63"/>
          <p:cNvSpPr txBox="1"/>
          <p:nvPr/>
        </p:nvSpPr>
        <p:spPr>
          <a:xfrm>
            <a:off x="6934200" y="6550025"/>
            <a:ext cx="2133600" cy="231775"/>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0" i="0" lang="en-US" sz="1400" u="none">
                <a:solidFill>
                  <a:schemeClr val="dk1"/>
                </a:solidFill>
                <a:latin typeface="Arial"/>
                <a:ea typeface="Arial"/>
                <a:cs typeface="Arial"/>
                <a:sym typeface="Arial"/>
              </a:rPr>
              <a:t>‹#›</a:t>
            </a:fld>
            <a:endParaRPr/>
          </a:p>
        </p:txBody>
      </p:sp>
      <p:pic>
        <p:nvPicPr>
          <p:cNvPr id="642" name="Google Shape;642;p63"/>
          <p:cNvPicPr preferRelativeResize="0"/>
          <p:nvPr/>
        </p:nvPicPr>
        <p:blipFill rotWithShape="1">
          <a:blip r:embed="rId4">
            <a:alphaModFix/>
          </a:blip>
          <a:srcRect b="0" l="0" r="0" t="0"/>
          <a:stretch/>
        </p:blipFill>
        <p:spPr>
          <a:xfrm>
            <a:off x="8778875" y="0"/>
            <a:ext cx="365125" cy="365125"/>
          </a:xfrm>
          <a:prstGeom prst="rect">
            <a:avLst/>
          </a:prstGeom>
          <a:noFill/>
          <a:ln>
            <a:noFill/>
          </a:ln>
        </p:spPr>
      </p:pic>
    </p:spTree>
  </p:cSld>
  <p:clrMapOvr>
    <a:masterClrMapping/>
  </p:clrMapOvr>
  <p:transition spd="slow">
    <p:fade thruBlk="1"/>
  </p:transition>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6" name="Shape 646"/>
        <p:cNvGrpSpPr/>
        <p:nvPr/>
      </p:nvGrpSpPr>
      <p:grpSpPr>
        <a:xfrm>
          <a:off x="0" y="0"/>
          <a:ext cx="0" cy="0"/>
          <a:chOff x="0" y="0"/>
          <a:chExt cx="0" cy="0"/>
        </a:xfrm>
      </p:grpSpPr>
      <p:sp>
        <p:nvSpPr>
          <p:cNvPr id="647" name="Google Shape;647;p64"/>
          <p:cNvSpPr txBox="1"/>
          <p:nvPr>
            <p:ph type="title"/>
          </p:nvPr>
        </p:nvSpPr>
        <p:spPr>
          <a:xfrm>
            <a:off x="457200" y="76200"/>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C00000"/>
              </a:buClr>
              <a:buSzPts val="4400"/>
              <a:buFont typeface="Arial"/>
              <a:buNone/>
            </a:pPr>
            <a:r>
              <a:rPr b="1" i="0" lang="en-US" sz="4400" u="none">
                <a:solidFill>
                  <a:srgbClr val="C00000"/>
                </a:solidFill>
                <a:latin typeface="Arial"/>
                <a:ea typeface="Arial"/>
                <a:cs typeface="Arial"/>
                <a:sym typeface="Arial"/>
              </a:rPr>
              <a:t>Depth-Limited Search</a:t>
            </a:r>
            <a:endParaRPr/>
          </a:p>
        </p:txBody>
      </p:sp>
      <p:sp>
        <p:nvSpPr>
          <p:cNvPr id="648" name="Google Shape;648;p64"/>
          <p:cNvSpPr txBox="1"/>
          <p:nvPr>
            <p:ph idx="1" type="body"/>
          </p:nvPr>
        </p:nvSpPr>
        <p:spPr>
          <a:xfrm>
            <a:off x="152400" y="1416050"/>
            <a:ext cx="8839200" cy="4933950"/>
          </a:xfrm>
          <a:prstGeom prst="rect">
            <a:avLst/>
          </a:prstGeom>
          <a:noFill/>
          <a:ln>
            <a:noFill/>
          </a:ln>
        </p:spPr>
        <p:txBody>
          <a:bodyPr anchorCtr="0" anchor="t" bIns="45700" lIns="91425" spcFirstLastPara="1" rIns="91425" wrap="square" tIns="45700">
            <a:noAutofit/>
          </a:bodyPr>
          <a:lstStyle/>
          <a:p>
            <a:pPr indent="-342900" lvl="0" marL="342900" rtl="0" algn="just">
              <a:lnSpc>
                <a:spcPct val="100000"/>
              </a:lnSpc>
              <a:spcBef>
                <a:spcPts val="0"/>
              </a:spcBef>
              <a:spcAft>
                <a:spcPts val="0"/>
              </a:spcAft>
              <a:buClr>
                <a:srgbClr val="0000FF"/>
              </a:buClr>
              <a:buSzPts val="2800"/>
              <a:buFont typeface="Arial"/>
              <a:buChar char="•"/>
            </a:pPr>
            <a:r>
              <a:rPr b="0" i="0" lang="en-US" sz="2800" u="none">
                <a:solidFill>
                  <a:schemeClr val="dk1"/>
                </a:solidFill>
                <a:latin typeface="Arial"/>
                <a:ea typeface="Arial"/>
                <a:cs typeface="Arial"/>
                <a:sym typeface="Arial"/>
              </a:rPr>
              <a:t>DF-search with depth limit </a:t>
            </a:r>
            <a:r>
              <a:rPr b="0" i="1" lang="en-US" sz="2800" u="none">
                <a:solidFill>
                  <a:schemeClr val="dk1"/>
                </a:solidFill>
                <a:latin typeface="Consolas"/>
                <a:ea typeface="Consolas"/>
                <a:cs typeface="Consolas"/>
                <a:sym typeface="Consolas"/>
              </a:rPr>
              <a:t>l</a:t>
            </a:r>
            <a:endParaRPr/>
          </a:p>
          <a:p>
            <a:pPr indent="-285750" lvl="1" marL="742950" rtl="0" algn="just">
              <a:lnSpc>
                <a:spcPct val="100000"/>
              </a:lnSpc>
              <a:spcBef>
                <a:spcPts val="480"/>
              </a:spcBef>
              <a:spcAft>
                <a:spcPts val="0"/>
              </a:spcAft>
              <a:buClr>
                <a:srgbClr val="0000FF"/>
              </a:buClr>
              <a:buSzPts val="2400"/>
              <a:buFont typeface="Arial"/>
              <a:buChar char="–"/>
            </a:pPr>
            <a:r>
              <a:rPr b="0" i="0" lang="en-US" sz="2400" u="none">
                <a:solidFill>
                  <a:schemeClr val="dk1"/>
                </a:solidFill>
                <a:latin typeface="Arial"/>
                <a:ea typeface="Arial"/>
                <a:cs typeface="Arial"/>
                <a:sym typeface="Arial"/>
              </a:rPr>
              <a:t>i.e. nodes at depth </a:t>
            </a:r>
            <a:r>
              <a:rPr b="0" i="1" lang="en-US" sz="2400" u="none">
                <a:solidFill>
                  <a:schemeClr val="dk1"/>
                </a:solidFill>
                <a:latin typeface="Consolas"/>
                <a:ea typeface="Consolas"/>
                <a:cs typeface="Consolas"/>
                <a:sym typeface="Consolas"/>
              </a:rPr>
              <a:t>l</a:t>
            </a:r>
            <a:r>
              <a:rPr b="0" i="1" lang="en-US" sz="2400" u="none">
                <a:solidFill>
                  <a:schemeClr val="dk1"/>
                </a:solidFill>
                <a:latin typeface="Arial"/>
                <a:ea typeface="Arial"/>
                <a:cs typeface="Arial"/>
                <a:sym typeface="Arial"/>
              </a:rPr>
              <a:t> </a:t>
            </a:r>
            <a:r>
              <a:rPr b="0" i="0" lang="en-US" sz="2400" u="none">
                <a:solidFill>
                  <a:schemeClr val="dk1"/>
                </a:solidFill>
                <a:latin typeface="Arial"/>
                <a:ea typeface="Arial"/>
                <a:cs typeface="Arial"/>
                <a:sym typeface="Arial"/>
              </a:rPr>
              <a:t>have no successors</a:t>
            </a:r>
            <a:endParaRPr/>
          </a:p>
          <a:p>
            <a:pPr indent="-285750" lvl="1" marL="742950" rtl="0" algn="just">
              <a:lnSpc>
                <a:spcPct val="100000"/>
              </a:lnSpc>
              <a:spcBef>
                <a:spcPts val="480"/>
              </a:spcBef>
              <a:spcAft>
                <a:spcPts val="0"/>
              </a:spcAft>
              <a:buClr>
                <a:srgbClr val="0000FF"/>
              </a:buClr>
              <a:buSzPts val="2400"/>
              <a:buFont typeface="Arial"/>
              <a:buChar char="–"/>
            </a:pPr>
            <a:r>
              <a:rPr b="0" i="0" lang="en-US" sz="2400" u="none">
                <a:solidFill>
                  <a:schemeClr val="dk1"/>
                </a:solidFill>
                <a:latin typeface="Arial"/>
                <a:ea typeface="Arial"/>
                <a:cs typeface="Arial"/>
                <a:sym typeface="Arial"/>
              </a:rPr>
              <a:t>Problem knowledge can be used</a:t>
            </a:r>
            <a:endParaRPr/>
          </a:p>
          <a:p>
            <a:pPr indent="-342900" lvl="0" marL="342900" rtl="0" algn="just">
              <a:lnSpc>
                <a:spcPct val="100000"/>
              </a:lnSpc>
              <a:spcBef>
                <a:spcPts val="560"/>
              </a:spcBef>
              <a:spcAft>
                <a:spcPts val="0"/>
              </a:spcAft>
              <a:buClr>
                <a:schemeClr val="dk1"/>
              </a:buClr>
              <a:buSzPts val="2800"/>
              <a:buFont typeface="Arial"/>
              <a:buChar char="•"/>
            </a:pPr>
            <a:r>
              <a:rPr b="0" i="0" lang="en-US" sz="2800" u="none">
                <a:solidFill>
                  <a:schemeClr val="dk1"/>
                </a:solidFill>
                <a:latin typeface="Arial"/>
                <a:ea typeface="Arial"/>
                <a:cs typeface="Arial"/>
                <a:sym typeface="Arial"/>
              </a:rPr>
              <a:t>Sometimes, depth limits can be based on knowledge of the problem.</a:t>
            </a:r>
            <a:endParaRPr/>
          </a:p>
          <a:p>
            <a:pPr indent="-342900" lvl="0" marL="342900" rtl="0" algn="just">
              <a:lnSpc>
                <a:spcPct val="100000"/>
              </a:lnSpc>
              <a:spcBef>
                <a:spcPts val="560"/>
              </a:spcBef>
              <a:spcAft>
                <a:spcPts val="0"/>
              </a:spcAft>
              <a:buClr>
                <a:schemeClr val="dk1"/>
              </a:buClr>
              <a:buSzPts val="2800"/>
              <a:buFont typeface="Arial"/>
              <a:buChar char="•"/>
            </a:pPr>
            <a:r>
              <a:rPr b="0" i="0" lang="en-US" sz="2800" u="none">
                <a:solidFill>
                  <a:schemeClr val="dk1"/>
                </a:solidFill>
                <a:latin typeface="Arial"/>
                <a:ea typeface="Arial"/>
                <a:cs typeface="Arial"/>
                <a:sym typeface="Arial"/>
              </a:rPr>
              <a:t>For example, on the map of Romania there are 20 cities.</a:t>
            </a:r>
            <a:endParaRPr/>
          </a:p>
          <a:p>
            <a:pPr indent="-342900" lvl="0" marL="342900" rtl="0" algn="just">
              <a:lnSpc>
                <a:spcPct val="100000"/>
              </a:lnSpc>
              <a:spcBef>
                <a:spcPts val="560"/>
              </a:spcBef>
              <a:spcAft>
                <a:spcPts val="0"/>
              </a:spcAft>
              <a:buClr>
                <a:schemeClr val="dk1"/>
              </a:buClr>
              <a:buSzPts val="2800"/>
              <a:buFont typeface="Arial"/>
              <a:buChar char="•"/>
            </a:pPr>
            <a:r>
              <a:rPr b="0" i="0" lang="en-US" sz="2800" u="none">
                <a:solidFill>
                  <a:schemeClr val="dk1"/>
                </a:solidFill>
                <a:latin typeface="Arial"/>
                <a:ea typeface="Arial"/>
                <a:cs typeface="Arial"/>
                <a:sym typeface="Arial"/>
              </a:rPr>
              <a:t>Therefore, we know that if there is a solution, it must be of length 19 at the longest, so </a:t>
            </a:r>
            <a:r>
              <a:rPr b="0" i="1" lang="en-US" sz="2800" u="none">
                <a:solidFill>
                  <a:schemeClr val="dk1"/>
                </a:solidFill>
                <a:latin typeface="Century Schoolbook"/>
                <a:ea typeface="Century Schoolbook"/>
                <a:cs typeface="Century Schoolbook"/>
                <a:sym typeface="Century Schoolbook"/>
              </a:rPr>
              <a:t>l</a:t>
            </a:r>
            <a:r>
              <a:rPr b="0" i="0" lang="en-US" sz="2800" u="none">
                <a:solidFill>
                  <a:schemeClr val="dk1"/>
                </a:solidFill>
                <a:latin typeface="Arial"/>
                <a:ea typeface="Arial"/>
                <a:cs typeface="Arial"/>
                <a:sym typeface="Arial"/>
              </a:rPr>
              <a:t> = 19 is a possible choice.</a:t>
            </a:r>
            <a:endParaRPr/>
          </a:p>
        </p:txBody>
      </p:sp>
      <p:sp>
        <p:nvSpPr>
          <p:cNvPr id="649" name="Google Shape;649;p64"/>
          <p:cNvSpPr txBox="1"/>
          <p:nvPr/>
        </p:nvSpPr>
        <p:spPr>
          <a:xfrm>
            <a:off x="6934200" y="6550025"/>
            <a:ext cx="2133600" cy="231775"/>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0" i="0" lang="en-US" sz="1400" u="none">
                <a:solidFill>
                  <a:schemeClr val="dk1"/>
                </a:solidFill>
                <a:latin typeface="Arial"/>
                <a:ea typeface="Arial"/>
                <a:cs typeface="Arial"/>
                <a:sym typeface="Arial"/>
              </a:rPr>
              <a:t>‹#›</a:t>
            </a:fld>
            <a:endParaRPr/>
          </a:p>
        </p:txBody>
      </p:sp>
      <p:pic>
        <p:nvPicPr>
          <p:cNvPr id="650" name="Google Shape;650;p64"/>
          <p:cNvPicPr preferRelativeResize="0"/>
          <p:nvPr/>
        </p:nvPicPr>
        <p:blipFill rotWithShape="1">
          <a:blip r:embed="rId3">
            <a:alphaModFix/>
          </a:blip>
          <a:srcRect b="0" l="0" r="0" t="0"/>
          <a:stretch/>
        </p:blipFill>
        <p:spPr>
          <a:xfrm>
            <a:off x="8229600" y="0"/>
            <a:ext cx="914400" cy="914400"/>
          </a:xfrm>
          <a:prstGeom prst="rect">
            <a:avLst/>
          </a:prstGeom>
          <a:noFill/>
          <a:ln>
            <a:noFill/>
          </a:ln>
        </p:spPr>
      </p:pic>
    </p:spTree>
  </p:cSld>
  <p:clrMapOvr>
    <a:masterClrMapping/>
  </p:clrMapOvr>
  <p:transition spd="slow">
    <p:fade thruBlk="1"/>
  </p:transition>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4" name="Shape 654"/>
        <p:cNvGrpSpPr/>
        <p:nvPr/>
      </p:nvGrpSpPr>
      <p:grpSpPr>
        <a:xfrm>
          <a:off x="0" y="0"/>
          <a:ext cx="0" cy="0"/>
          <a:chOff x="0" y="0"/>
          <a:chExt cx="0" cy="0"/>
        </a:xfrm>
      </p:grpSpPr>
      <p:sp>
        <p:nvSpPr>
          <p:cNvPr id="655" name="Google Shape;655;p65"/>
          <p:cNvSpPr txBox="1"/>
          <p:nvPr>
            <p:ph type="title"/>
          </p:nvPr>
        </p:nvSpPr>
        <p:spPr>
          <a:xfrm>
            <a:off x="457200" y="76200"/>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C00000"/>
              </a:buClr>
              <a:buSzPts val="4400"/>
              <a:buFont typeface="Arial"/>
              <a:buNone/>
            </a:pPr>
            <a:r>
              <a:rPr b="1" i="0" lang="en-US" sz="4400" u="none">
                <a:solidFill>
                  <a:srgbClr val="C00000"/>
                </a:solidFill>
                <a:latin typeface="Arial"/>
                <a:ea typeface="Arial"/>
                <a:cs typeface="Arial"/>
                <a:sym typeface="Arial"/>
              </a:rPr>
              <a:t>Depth-Limited Search</a:t>
            </a:r>
            <a:endParaRPr/>
          </a:p>
        </p:txBody>
      </p:sp>
      <p:sp>
        <p:nvSpPr>
          <p:cNvPr id="656" name="Google Shape;656;p65"/>
          <p:cNvSpPr txBox="1"/>
          <p:nvPr>
            <p:ph idx="1" type="body"/>
          </p:nvPr>
        </p:nvSpPr>
        <p:spPr>
          <a:xfrm>
            <a:off x="152400" y="1416050"/>
            <a:ext cx="8839200" cy="4933950"/>
          </a:xfrm>
          <a:prstGeom prst="rect">
            <a:avLst/>
          </a:prstGeom>
          <a:noFill/>
          <a:ln>
            <a:noFill/>
          </a:ln>
        </p:spPr>
        <p:txBody>
          <a:bodyPr anchorCtr="0" anchor="t" bIns="45700" lIns="91425" spcFirstLastPara="1" rIns="91425" wrap="square" tIns="45700">
            <a:noAutofit/>
          </a:bodyPr>
          <a:lstStyle/>
          <a:p>
            <a:pPr indent="-342900" lvl="0" marL="342900" rtl="0" algn="just">
              <a:lnSpc>
                <a:spcPct val="100000"/>
              </a:lnSpc>
              <a:spcBef>
                <a:spcPts val="0"/>
              </a:spcBef>
              <a:spcAft>
                <a:spcPts val="0"/>
              </a:spcAft>
              <a:buClr>
                <a:schemeClr val="dk1"/>
              </a:buClr>
              <a:buSzPts val="2800"/>
              <a:buFont typeface="Arial"/>
              <a:buChar char="•"/>
            </a:pPr>
            <a:r>
              <a:rPr b="0" i="0" lang="en-US" sz="2800" u="none">
                <a:solidFill>
                  <a:schemeClr val="dk1"/>
                </a:solidFill>
                <a:latin typeface="Arial"/>
                <a:ea typeface="Arial"/>
                <a:cs typeface="Arial"/>
                <a:sym typeface="Arial"/>
              </a:rPr>
              <a:t>But in fact if we studied the map carefully, we would discover that any city can be reached from any other city in at most 9 steps.</a:t>
            </a:r>
            <a:endParaRPr/>
          </a:p>
          <a:p>
            <a:pPr indent="-342900" lvl="0" marL="342900" rtl="0" algn="just">
              <a:lnSpc>
                <a:spcPct val="100000"/>
              </a:lnSpc>
              <a:spcBef>
                <a:spcPts val="560"/>
              </a:spcBef>
              <a:spcAft>
                <a:spcPts val="0"/>
              </a:spcAft>
              <a:buClr>
                <a:schemeClr val="dk1"/>
              </a:buClr>
              <a:buSzPts val="2800"/>
              <a:buFont typeface="Arial"/>
              <a:buChar char="•"/>
            </a:pPr>
            <a:r>
              <a:rPr b="0" i="0" lang="en-US" sz="2800" u="none">
                <a:solidFill>
                  <a:schemeClr val="dk1"/>
                </a:solidFill>
                <a:latin typeface="Arial"/>
                <a:ea typeface="Arial"/>
                <a:cs typeface="Arial"/>
                <a:sym typeface="Arial"/>
              </a:rPr>
              <a:t>This number, known as the </a:t>
            </a:r>
            <a:r>
              <a:rPr b="1" i="0" lang="en-US" sz="2800" u="none">
                <a:solidFill>
                  <a:srgbClr val="0000FF"/>
                </a:solidFill>
                <a:latin typeface="Arial"/>
                <a:ea typeface="Arial"/>
                <a:cs typeface="Arial"/>
                <a:sym typeface="Arial"/>
              </a:rPr>
              <a:t>diameter</a:t>
            </a:r>
            <a:r>
              <a:rPr b="1" i="0" lang="en-US" sz="2800" u="none">
                <a:solidFill>
                  <a:schemeClr val="dk1"/>
                </a:solidFill>
                <a:latin typeface="Arial"/>
                <a:ea typeface="Arial"/>
                <a:cs typeface="Arial"/>
                <a:sym typeface="Arial"/>
              </a:rPr>
              <a:t> </a:t>
            </a:r>
            <a:r>
              <a:rPr b="0" i="0" lang="en-US" sz="2800" u="none">
                <a:solidFill>
                  <a:schemeClr val="dk1"/>
                </a:solidFill>
                <a:latin typeface="Arial"/>
                <a:ea typeface="Arial"/>
                <a:cs typeface="Arial"/>
                <a:sym typeface="Arial"/>
              </a:rPr>
              <a:t>of the state space, gives us a better depth limit, which leads to a more efficient depth-limited search.</a:t>
            </a:r>
            <a:endParaRPr/>
          </a:p>
          <a:p>
            <a:pPr indent="-342900" lvl="0" marL="342900" rtl="0" algn="just">
              <a:lnSpc>
                <a:spcPct val="100000"/>
              </a:lnSpc>
              <a:spcBef>
                <a:spcPts val="560"/>
              </a:spcBef>
              <a:spcAft>
                <a:spcPts val="0"/>
              </a:spcAft>
              <a:buClr>
                <a:srgbClr val="0000FF"/>
              </a:buClr>
              <a:buSzPts val="2800"/>
              <a:buFont typeface="Arial"/>
              <a:buChar char="•"/>
            </a:pPr>
            <a:r>
              <a:rPr b="1" i="1" lang="en-US" sz="2800" u="none">
                <a:solidFill>
                  <a:srgbClr val="0000FF"/>
                </a:solidFill>
                <a:latin typeface="Arial"/>
                <a:ea typeface="Arial"/>
                <a:cs typeface="Arial"/>
                <a:sym typeface="Arial"/>
              </a:rPr>
              <a:t>Diameter</a:t>
            </a:r>
            <a:r>
              <a:rPr b="0" i="0" lang="en-US" sz="2800" u="none">
                <a:solidFill>
                  <a:schemeClr val="dk1"/>
                </a:solidFill>
                <a:latin typeface="Arial"/>
                <a:ea typeface="Arial"/>
                <a:cs typeface="Arial"/>
                <a:sym typeface="Arial"/>
              </a:rPr>
              <a:t> of state space is the maximum distance from one state to another in the state space.</a:t>
            </a:r>
            <a:endParaRPr/>
          </a:p>
          <a:p>
            <a:pPr indent="-342900" lvl="0" marL="342900" rtl="0" algn="just">
              <a:lnSpc>
                <a:spcPct val="100000"/>
              </a:lnSpc>
              <a:spcBef>
                <a:spcPts val="560"/>
              </a:spcBef>
              <a:spcAft>
                <a:spcPts val="0"/>
              </a:spcAft>
              <a:buClr>
                <a:schemeClr val="dk1"/>
              </a:buClr>
              <a:buSzPts val="2800"/>
              <a:buFont typeface="Arial"/>
              <a:buChar char="•"/>
            </a:pPr>
            <a:r>
              <a:rPr b="0" i="0" lang="en-US" sz="2800" u="none">
                <a:solidFill>
                  <a:schemeClr val="dk1"/>
                </a:solidFill>
                <a:latin typeface="Arial"/>
                <a:ea typeface="Arial"/>
                <a:cs typeface="Arial"/>
                <a:sym typeface="Arial"/>
              </a:rPr>
              <a:t>For most problems, however, we will not know a good depth limit until we have solved the problem.</a:t>
            </a:r>
            <a:endParaRPr/>
          </a:p>
        </p:txBody>
      </p:sp>
      <p:sp>
        <p:nvSpPr>
          <p:cNvPr id="657" name="Google Shape;657;p65"/>
          <p:cNvSpPr txBox="1"/>
          <p:nvPr/>
        </p:nvSpPr>
        <p:spPr>
          <a:xfrm>
            <a:off x="6934200" y="6550025"/>
            <a:ext cx="2133600" cy="231775"/>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0" i="0" lang="en-US" sz="1400" u="none">
                <a:solidFill>
                  <a:schemeClr val="dk1"/>
                </a:solidFill>
                <a:latin typeface="Arial"/>
                <a:ea typeface="Arial"/>
                <a:cs typeface="Arial"/>
                <a:sym typeface="Arial"/>
              </a:rPr>
              <a:t>‹#›</a:t>
            </a:fld>
            <a:endParaRPr/>
          </a:p>
        </p:txBody>
      </p:sp>
      <p:pic>
        <p:nvPicPr>
          <p:cNvPr id="658" name="Google Shape;658;p65"/>
          <p:cNvPicPr preferRelativeResize="0"/>
          <p:nvPr/>
        </p:nvPicPr>
        <p:blipFill rotWithShape="1">
          <a:blip r:embed="rId3">
            <a:alphaModFix/>
          </a:blip>
          <a:srcRect b="0" l="0" r="0" t="0"/>
          <a:stretch/>
        </p:blipFill>
        <p:spPr>
          <a:xfrm>
            <a:off x="8229600" y="0"/>
            <a:ext cx="914400" cy="914400"/>
          </a:xfrm>
          <a:prstGeom prst="rect">
            <a:avLst/>
          </a:prstGeom>
          <a:noFill/>
          <a:ln>
            <a:noFill/>
          </a:ln>
        </p:spPr>
      </p:pic>
    </p:spTree>
  </p:cSld>
  <p:clrMapOvr>
    <a:masterClrMapping/>
  </p:clrMapOvr>
  <p:transition spd="slow">
    <p:fade thruBlk="1"/>
  </p:transition>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2" name="Shape 662"/>
        <p:cNvGrpSpPr/>
        <p:nvPr/>
      </p:nvGrpSpPr>
      <p:grpSpPr>
        <a:xfrm>
          <a:off x="0" y="0"/>
          <a:ext cx="0" cy="0"/>
          <a:chOff x="0" y="0"/>
          <a:chExt cx="0" cy="0"/>
        </a:xfrm>
      </p:grpSpPr>
      <p:sp>
        <p:nvSpPr>
          <p:cNvPr id="663" name="Google Shape;663;p66"/>
          <p:cNvSpPr txBox="1"/>
          <p:nvPr>
            <p:ph type="title"/>
          </p:nvPr>
        </p:nvSpPr>
        <p:spPr>
          <a:xfrm>
            <a:off x="457200" y="76200"/>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C00000"/>
              </a:buClr>
              <a:buSzPts val="4400"/>
              <a:buFont typeface="Arial"/>
              <a:buNone/>
            </a:pPr>
            <a:r>
              <a:rPr b="1" i="0" lang="en-US" sz="4400" u="none">
                <a:solidFill>
                  <a:srgbClr val="C00000"/>
                </a:solidFill>
                <a:latin typeface="Arial"/>
                <a:ea typeface="Arial"/>
                <a:cs typeface="Arial"/>
                <a:sym typeface="Arial"/>
              </a:rPr>
              <a:t>Iterative Deepening Search</a:t>
            </a:r>
            <a:endParaRPr/>
          </a:p>
        </p:txBody>
      </p:sp>
      <p:sp>
        <p:nvSpPr>
          <p:cNvPr id="664" name="Google Shape;664;p66"/>
          <p:cNvSpPr txBox="1"/>
          <p:nvPr>
            <p:ph idx="1" type="body"/>
          </p:nvPr>
        </p:nvSpPr>
        <p:spPr>
          <a:xfrm>
            <a:off x="0" y="1447800"/>
            <a:ext cx="9067800" cy="5102225"/>
          </a:xfrm>
          <a:prstGeom prst="rect">
            <a:avLst/>
          </a:prstGeom>
          <a:noFill/>
          <a:ln>
            <a:noFill/>
          </a:ln>
        </p:spPr>
        <p:txBody>
          <a:bodyPr anchorCtr="0" anchor="t" bIns="45700" lIns="91425" spcFirstLastPara="1" rIns="91425" wrap="square" tIns="45700">
            <a:noAutofit/>
          </a:bodyPr>
          <a:lstStyle/>
          <a:p>
            <a:pPr indent="-342900" lvl="0" marL="342900" rtl="0" algn="just">
              <a:lnSpc>
                <a:spcPct val="100000"/>
              </a:lnSpc>
              <a:spcBef>
                <a:spcPts val="0"/>
              </a:spcBef>
              <a:spcAft>
                <a:spcPts val="0"/>
              </a:spcAft>
              <a:buClr>
                <a:schemeClr val="dk1"/>
              </a:buClr>
              <a:buSzPts val="2800"/>
              <a:buFont typeface="Arial"/>
              <a:buChar char="•"/>
            </a:pPr>
            <a:r>
              <a:rPr b="0" i="0" lang="en-US" sz="2800" u="none">
                <a:solidFill>
                  <a:schemeClr val="dk1"/>
                </a:solidFill>
                <a:latin typeface="Arial"/>
                <a:ea typeface="Arial"/>
                <a:cs typeface="Arial"/>
                <a:sym typeface="Arial"/>
              </a:rPr>
              <a:t>A general strategy to find best depth limit </a:t>
            </a:r>
            <a:r>
              <a:rPr b="0" i="1" lang="en-US" sz="2800" u="none">
                <a:solidFill>
                  <a:schemeClr val="dk1"/>
                </a:solidFill>
                <a:latin typeface="Consolas"/>
                <a:ea typeface="Consolas"/>
                <a:cs typeface="Consolas"/>
                <a:sym typeface="Consolas"/>
              </a:rPr>
              <a:t>l</a:t>
            </a:r>
            <a:endParaRPr/>
          </a:p>
          <a:p>
            <a:pPr indent="-285750" lvl="1" marL="742950" rtl="0" algn="just">
              <a:lnSpc>
                <a:spcPct val="100000"/>
              </a:lnSpc>
              <a:spcBef>
                <a:spcPts val="480"/>
              </a:spcBef>
              <a:spcAft>
                <a:spcPts val="0"/>
              </a:spcAft>
              <a:buClr>
                <a:schemeClr val="dk1"/>
              </a:buClr>
              <a:buSzPts val="2400"/>
              <a:buFont typeface="Arial"/>
              <a:buChar char="–"/>
            </a:pPr>
            <a:r>
              <a:rPr b="0" i="0" lang="en-US" sz="2400" u="none">
                <a:solidFill>
                  <a:schemeClr val="dk1"/>
                </a:solidFill>
                <a:latin typeface="Arial"/>
                <a:ea typeface="Arial"/>
                <a:cs typeface="Arial"/>
                <a:sym typeface="Arial"/>
              </a:rPr>
              <a:t>Goal is found at depth </a:t>
            </a:r>
            <a:r>
              <a:rPr b="0" i="1" lang="en-US" sz="2400" u="none">
                <a:solidFill>
                  <a:schemeClr val="dk1"/>
                </a:solidFill>
                <a:latin typeface="Arial"/>
                <a:ea typeface="Arial"/>
                <a:cs typeface="Arial"/>
                <a:sym typeface="Arial"/>
              </a:rPr>
              <a:t>d</a:t>
            </a:r>
            <a:r>
              <a:rPr b="0" i="0" lang="en-US" sz="2400" u="none">
                <a:solidFill>
                  <a:schemeClr val="dk1"/>
                </a:solidFill>
                <a:latin typeface="Arial"/>
                <a:ea typeface="Arial"/>
                <a:cs typeface="Arial"/>
                <a:sym typeface="Arial"/>
              </a:rPr>
              <a:t>, the depth of the shallowest goal-node</a:t>
            </a:r>
            <a:endParaRPr/>
          </a:p>
          <a:p>
            <a:pPr indent="-285750" lvl="1" marL="742950" rtl="0" algn="just">
              <a:lnSpc>
                <a:spcPct val="100000"/>
              </a:lnSpc>
              <a:spcBef>
                <a:spcPts val="480"/>
              </a:spcBef>
              <a:spcAft>
                <a:spcPts val="0"/>
              </a:spcAft>
              <a:buClr>
                <a:schemeClr val="dk1"/>
              </a:buClr>
              <a:buSzPts val="2400"/>
              <a:buFont typeface="Arial"/>
              <a:buChar char="–"/>
            </a:pPr>
            <a:r>
              <a:rPr b="0" i="0" lang="en-US" sz="2400" u="none">
                <a:solidFill>
                  <a:schemeClr val="dk1"/>
                </a:solidFill>
                <a:latin typeface="Arial"/>
                <a:ea typeface="Arial"/>
                <a:cs typeface="Arial"/>
                <a:sym typeface="Arial"/>
              </a:rPr>
              <a:t>Often used in combination with DF-search</a:t>
            </a:r>
            <a:endParaRPr/>
          </a:p>
          <a:p>
            <a:pPr indent="-342900" lvl="0" marL="342900" rtl="0" algn="just">
              <a:lnSpc>
                <a:spcPct val="100000"/>
              </a:lnSpc>
              <a:spcBef>
                <a:spcPts val="560"/>
              </a:spcBef>
              <a:spcAft>
                <a:spcPts val="0"/>
              </a:spcAft>
              <a:buClr>
                <a:schemeClr val="dk1"/>
              </a:buClr>
              <a:buSzPts val="2800"/>
              <a:buFont typeface="Arial"/>
              <a:buChar char="•"/>
            </a:pPr>
            <a:r>
              <a:rPr b="0" i="0" lang="en-US" sz="2800" u="none">
                <a:solidFill>
                  <a:schemeClr val="dk1"/>
                </a:solidFill>
                <a:latin typeface="Arial"/>
                <a:ea typeface="Arial"/>
                <a:cs typeface="Arial"/>
                <a:sym typeface="Arial"/>
              </a:rPr>
              <a:t> Combines benefits of DF- and BF-search</a:t>
            </a:r>
            <a:endParaRPr/>
          </a:p>
          <a:p>
            <a:pPr indent="-342900" lvl="0" marL="342900" rtl="0" algn="just">
              <a:lnSpc>
                <a:spcPct val="100000"/>
              </a:lnSpc>
              <a:spcBef>
                <a:spcPts val="560"/>
              </a:spcBef>
              <a:spcAft>
                <a:spcPts val="0"/>
              </a:spcAft>
              <a:buClr>
                <a:schemeClr val="dk1"/>
              </a:buClr>
              <a:buSzPts val="2800"/>
              <a:buFont typeface="Arial"/>
              <a:buChar char="•"/>
            </a:pPr>
            <a:r>
              <a:rPr b="0" i="0" lang="en-US" sz="2800" u="none">
                <a:solidFill>
                  <a:schemeClr val="dk1"/>
                </a:solidFill>
                <a:latin typeface="Arial"/>
                <a:ea typeface="Arial"/>
                <a:cs typeface="Arial"/>
                <a:sym typeface="Arial"/>
              </a:rPr>
              <a:t> Like depth-first search, its memory requirements are very modest: </a:t>
            </a:r>
            <a:r>
              <a:rPr b="0" i="1" lang="en-US" sz="2800" u="none">
                <a:solidFill>
                  <a:schemeClr val="dk1"/>
                </a:solidFill>
                <a:latin typeface="Arial"/>
                <a:ea typeface="Arial"/>
                <a:cs typeface="Arial"/>
                <a:sym typeface="Arial"/>
              </a:rPr>
              <a:t>O</a:t>
            </a:r>
            <a:r>
              <a:rPr b="0" i="0" lang="en-US" sz="2800" u="none">
                <a:solidFill>
                  <a:schemeClr val="dk1"/>
                </a:solidFill>
                <a:latin typeface="Arial"/>
                <a:ea typeface="Arial"/>
                <a:cs typeface="Arial"/>
                <a:sym typeface="Arial"/>
              </a:rPr>
              <a:t>(</a:t>
            </a:r>
            <a:r>
              <a:rPr b="0" i="1" lang="en-US" sz="2800" u="none">
                <a:solidFill>
                  <a:schemeClr val="dk1"/>
                </a:solidFill>
                <a:latin typeface="Consolas"/>
                <a:ea typeface="Consolas"/>
                <a:cs typeface="Consolas"/>
                <a:sym typeface="Consolas"/>
              </a:rPr>
              <a:t>bd</a:t>
            </a:r>
            <a:r>
              <a:rPr b="0" i="0" lang="en-US" sz="2800" u="none">
                <a:solidFill>
                  <a:schemeClr val="dk1"/>
                </a:solidFill>
                <a:latin typeface="Arial"/>
                <a:ea typeface="Arial"/>
                <a:cs typeface="Arial"/>
                <a:sym typeface="Arial"/>
              </a:rPr>
              <a:t>) to be precise.</a:t>
            </a:r>
            <a:endParaRPr/>
          </a:p>
          <a:p>
            <a:pPr indent="-342900" lvl="0" marL="342900" rtl="0" algn="just">
              <a:lnSpc>
                <a:spcPct val="100000"/>
              </a:lnSpc>
              <a:spcBef>
                <a:spcPts val="560"/>
              </a:spcBef>
              <a:spcAft>
                <a:spcPts val="0"/>
              </a:spcAft>
              <a:buClr>
                <a:schemeClr val="dk1"/>
              </a:buClr>
              <a:buSzPts val="2800"/>
              <a:buFont typeface="Arial"/>
              <a:buChar char="•"/>
            </a:pPr>
            <a:r>
              <a:rPr b="0" i="0" lang="en-US" sz="2800" u="none">
                <a:solidFill>
                  <a:schemeClr val="dk1"/>
                </a:solidFill>
                <a:latin typeface="Arial"/>
                <a:ea typeface="Arial"/>
                <a:cs typeface="Arial"/>
                <a:sym typeface="Arial"/>
              </a:rPr>
              <a:t>Like breadth-first search, it is complete when the branching factor is finite and optimal when the path cost is a nondecreasing function of the depth of the node.</a:t>
            </a:r>
            <a:endParaRPr/>
          </a:p>
          <a:p>
            <a:pPr indent="-165100" lvl="0" marL="342900" rtl="0" algn="l">
              <a:spcBef>
                <a:spcPts val="560"/>
              </a:spcBef>
              <a:spcAft>
                <a:spcPts val="0"/>
              </a:spcAft>
              <a:buClr>
                <a:schemeClr val="dk1"/>
              </a:buClr>
              <a:buSzPts val="2800"/>
              <a:buFont typeface="Arial"/>
              <a:buNone/>
            </a:pPr>
            <a:r>
              <a:t/>
            </a:r>
            <a:endParaRPr b="0" i="0" sz="2800" u="none">
              <a:solidFill>
                <a:schemeClr val="dk1"/>
              </a:solidFill>
              <a:latin typeface="Arial"/>
              <a:ea typeface="Arial"/>
              <a:cs typeface="Arial"/>
              <a:sym typeface="Arial"/>
            </a:endParaRPr>
          </a:p>
        </p:txBody>
      </p:sp>
      <p:sp>
        <p:nvSpPr>
          <p:cNvPr id="665" name="Google Shape;665;p66"/>
          <p:cNvSpPr txBox="1"/>
          <p:nvPr/>
        </p:nvSpPr>
        <p:spPr>
          <a:xfrm>
            <a:off x="6934200" y="6550025"/>
            <a:ext cx="2133600" cy="231775"/>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0" i="0" lang="en-US" sz="1400" u="none">
                <a:solidFill>
                  <a:schemeClr val="dk1"/>
                </a:solidFill>
                <a:latin typeface="Arial"/>
                <a:ea typeface="Arial"/>
                <a:cs typeface="Arial"/>
                <a:sym typeface="Arial"/>
              </a:rPr>
              <a:t>‹#›</a:t>
            </a:fld>
            <a:endParaRPr/>
          </a:p>
        </p:txBody>
      </p:sp>
      <p:pic>
        <p:nvPicPr>
          <p:cNvPr id="666" name="Google Shape;666;p66"/>
          <p:cNvPicPr preferRelativeResize="0"/>
          <p:nvPr/>
        </p:nvPicPr>
        <p:blipFill rotWithShape="1">
          <a:blip r:embed="rId3">
            <a:alphaModFix/>
          </a:blip>
          <a:srcRect b="0" l="0" r="0" t="0"/>
          <a:stretch/>
        </p:blipFill>
        <p:spPr>
          <a:xfrm>
            <a:off x="8229600" y="0"/>
            <a:ext cx="914400" cy="914400"/>
          </a:xfrm>
          <a:prstGeom prst="rect">
            <a:avLst/>
          </a:prstGeom>
          <a:noFill/>
          <a:ln>
            <a:noFill/>
          </a:ln>
        </p:spPr>
      </p:pic>
    </p:spTree>
  </p:cSld>
  <p:clrMapOvr>
    <a:masterClrMapping/>
  </p:clrMapOvr>
  <p:transition spd="slow">
    <p:fade thruBlk="1"/>
  </p:transition>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0" name="Shape 670"/>
        <p:cNvGrpSpPr/>
        <p:nvPr/>
      </p:nvGrpSpPr>
      <p:grpSpPr>
        <a:xfrm>
          <a:off x="0" y="0"/>
          <a:ext cx="0" cy="0"/>
          <a:chOff x="0" y="0"/>
          <a:chExt cx="0" cy="0"/>
        </a:xfrm>
      </p:grpSpPr>
      <p:sp>
        <p:nvSpPr>
          <p:cNvPr id="671" name="Google Shape;671;p67"/>
          <p:cNvSpPr txBox="1"/>
          <p:nvPr>
            <p:ph type="title"/>
          </p:nvPr>
        </p:nvSpPr>
        <p:spPr>
          <a:xfrm>
            <a:off x="457200" y="76200"/>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C00000"/>
              </a:buClr>
              <a:buSzPts val="4400"/>
              <a:buFont typeface="Arial"/>
              <a:buNone/>
            </a:pPr>
            <a:r>
              <a:rPr b="1" i="0" lang="en-US" sz="4400" u="none">
                <a:solidFill>
                  <a:srgbClr val="C00000"/>
                </a:solidFill>
                <a:latin typeface="Arial"/>
                <a:ea typeface="Arial"/>
                <a:cs typeface="Arial"/>
                <a:sym typeface="Arial"/>
              </a:rPr>
              <a:t>Iterative Deepening Search</a:t>
            </a:r>
            <a:endParaRPr/>
          </a:p>
        </p:txBody>
      </p:sp>
      <p:sp>
        <p:nvSpPr>
          <p:cNvPr id="672" name="Google Shape;672;p67"/>
          <p:cNvSpPr txBox="1"/>
          <p:nvPr>
            <p:ph idx="1" type="body"/>
          </p:nvPr>
        </p:nvSpPr>
        <p:spPr>
          <a:xfrm>
            <a:off x="0" y="1447800"/>
            <a:ext cx="9067800" cy="4572000"/>
          </a:xfrm>
          <a:prstGeom prst="rect">
            <a:avLst/>
          </a:prstGeom>
          <a:noFill/>
          <a:ln>
            <a:noFill/>
          </a:ln>
        </p:spPr>
        <p:txBody>
          <a:bodyPr anchorCtr="0" anchor="t" bIns="45700" lIns="91425" spcFirstLastPara="1" rIns="91425" wrap="square" tIns="45700">
            <a:noAutofit/>
          </a:bodyPr>
          <a:lstStyle/>
          <a:p>
            <a:pPr indent="-342900" lvl="0" marL="342900" rtl="0" algn="just">
              <a:lnSpc>
                <a:spcPct val="100000"/>
              </a:lnSpc>
              <a:spcBef>
                <a:spcPts val="0"/>
              </a:spcBef>
              <a:spcAft>
                <a:spcPts val="0"/>
              </a:spcAft>
              <a:buClr>
                <a:schemeClr val="dk1"/>
              </a:buClr>
              <a:buSzPts val="3000"/>
              <a:buFont typeface="Arial"/>
              <a:buChar char="•"/>
            </a:pPr>
            <a:r>
              <a:rPr b="0" i="0" lang="en-US" sz="3000" u="none">
                <a:solidFill>
                  <a:schemeClr val="dk1"/>
                </a:solidFill>
                <a:latin typeface="Arial"/>
                <a:ea typeface="Arial"/>
                <a:cs typeface="Arial"/>
                <a:sym typeface="Arial"/>
              </a:rPr>
              <a:t>Iterative deepening search may seem wasteful, because states are generated multiple times.</a:t>
            </a:r>
            <a:endParaRPr/>
          </a:p>
          <a:p>
            <a:pPr indent="-342900" lvl="0" marL="342900" rtl="0" algn="just">
              <a:lnSpc>
                <a:spcPct val="100000"/>
              </a:lnSpc>
              <a:spcBef>
                <a:spcPts val="700"/>
              </a:spcBef>
              <a:spcAft>
                <a:spcPts val="0"/>
              </a:spcAft>
              <a:buClr>
                <a:schemeClr val="dk1"/>
              </a:buClr>
              <a:buSzPts val="3000"/>
              <a:buFont typeface="Arial"/>
              <a:buChar char="•"/>
            </a:pPr>
            <a:r>
              <a:rPr b="0" i="0" lang="en-US" sz="3000" u="none">
                <a:solidFill>
                  <a:schemeClr val="dk1"/>
                </a:solidFill>
                <a:latin typeface="Arial"/>
                <a:ea typeface="Arial"/>
                <a:cs typeface="Arial"/>
                <a:sym typeface="Arial"/>
              </a:rPr>
              <a:t>It turns out this is not very costly.</a:t>
            </a:r>
            <a:endParaRPr/>
          </a:p>
          <a:p>
            <a:pPr indent="-342900" lvl="0" marL="342900" rtl="0" algn="just">
              <a:lnSpc>
                <a:spcPct val="100000"/>
              </a:lnSpc>
              <a:spcBef>
                <a:spcPts val="700"/>
              </a:spcBef>
              <a:spcAft>
                <a:spcPts val="0"/>
              </a:spcAft>
              <a:buClr>
                <a:schemeClr val="dk1"/>
              </a:buClr>
              <a:buSzPts val="3000"/>
              <a:buFont typeface="Arial"/>
              <a:buChar char="•"/>
            </a:pPr>
            <a:r>
              <a:rPr b="0" i="0" lang="en-US" sz="3000" u="none">
                <a:solidFill>
                  <a:schemeClr val="dk1"/>
                </a:solidFill>
                <a:latin typeface="Arial"/>
                <a:ea typeface="Arial"/>
                <a:cs typeface="Arial"/>
                <a:sym typeface="Arial"/>
              </a:rPr>
              <a:t>The reason is that in a search tree with the same (or nearly the same) branching factor at each level, most of the nodes are in the bottom level, so it does not matter much that the upper levels are generated multiple times.</a:t>
            </a:r>
            <a:endParaRPr/>
          </a:p>
        </p:txBody>
      </p:sp>
      <p:sp>
        <p:nvSpPr>
          <p:cNvPr id="673" name="Google Shape;673;p67"/>
          <p:cNvSpPr txBox="1"/>
          <p:nvPr/>
        </p:nvSpPr>
        <p:spPr>
          <a:xfrm>
            <a:off x="6934200" y="6550025"/>
            <a:ext cx="2133600" cy="231775"/>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0" i="0" lang="en-US" sz="1400" u="none">
                <a:solidFill>
                  <a:schemeClr val="dk1"/>
                </a:solidFill>
                <a:latin typeface="Arial"/>
                <a:ea typeface="Arial"/>
                <a:cs typeface="Arial"/>
                <a:sym typeface="Arial"/>
              </a:rPr>
              <a:t>‹#›</a:t>
            </a:fld>
            <a:endParaRPr/>
          </a:p>
        </p:txBody>
      </p:sp>
      <p:pic>
        <p:nvPicPr>
          <p:cNvPr id="674" name="Google Shape;674;p67"/>
          <p:cNvPicPr preferRelativeResize="0"/>
          <p:nvPr/>
        </p:nvPicPr>
        <p:blipFill rotWithShape="1">
          <a:blip r:embed="rId3">
            <a:alphaModFix/>
          </a:blip>
          <a:srcRect b="0" l="0" r="0" t="0"/>
          <a:stretch/>
        </p:blipFill>
        <p:spPr>
          <a:xfrm>
            <a:off x="8229600" y="0"/>
            <a:ext cx="914400" cy="914400"/>
          </a:xfrm>
          <a:prstGeom prst="rect">
            <a:avLst/>
          </a:prstGeom>
          <a:noFill/>
          <a:ln>
            <a:noFill/>
          </a:ln>
        </p:spPr>
      </p:pic>
    </p:spTree>
  </p:cSld>
  <p:clrMapOvr>
    <a:masterClrMapping/>
  </p:clrMapOvr>
  <p:transition spd="slow">
    <p:fade thruBlk="1"/>
  </p:transition>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8" name="Shape 678"/>
        <p:cNvGrpSpPr/>
        <p:nvPr/>
      </p:nvGrpSpPr>
      <p:grpSpPr>
        <a:xfrm>
          <a:off x="0" y="0"/>
          <a:ext cx="0" cy="0"/>
          <a:chOff x="0" y="0"/>
          <a:chExt cx="0" cy="0"/>
        </a:xfrm>
      </p:grpSpPr>
      <p:sp>
        <p:nvSpPr>
          <p:cNvPr id="679" name="Google Shape;679;p68"/>
          <p:cNvSpPr txBox="1"/>
          <p:nvPr>
            <p:ph type="title"/>
          </p:nvPr>
        </p:nvSpPr>
        <p:spPr>
          <a:xfrm>
            <a:off x="457200" y="76200"/>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C00000"/>
              </a:buClr>
              <a:buSzPts val="4400"/>
              <a:buFont typeface="Arial"/>
              <a:buNone/>
            </a:pPr>
            <a:r>
              <a:rPr b="1" i="0" lang="en-US" sz="4400" u="none">
                <a:solidFill>
                  <a:srgbClr val="C00000"/>
                </a:solidFill>
                <a:latin typeface="Arial"/>
                <a:ea typeface="Arial"/>
                <a:cs typeface="Arial"/>
                <a:sym typeface="Arial"/>
              </a:rPr>
              <a:t>Iterative Deepening Search</a:t>
            </a:r>
            <a:endParaRPr/>
          </a:p>
        </p:txBody>
      </p:sp>
      <p:sp>
        <p:nvSpPr>
          <p:cNvPr id="680" name="Google Shape;680;p68"/>
          <p:cNvSpPr txBox="1"/>
          <p:nvPr>
            <p:ph idx="1" type="body"/>
          </p:nvPr>
        </p:nvSpPr>
        <p:spPr>
          <a:xfrm>
            <a:off x="0" y="1143000"/>
            <a:ext cx="9144000" cy="5407025"/>
          </a:xfrm>
          <a:prstGeom prst="rect">
            <a:avLst/>
          </a:prstGeom>
          <a:noFill/>
          <a:ln>
            <a:noFill/>
          </a:ln>
        </p:spPr>
        <p:txBody>
          <a:bodyPr anchorCtr="0" anchor="t" bIns="45700" lIns="91425" spcFirstLastPara="1" rIns="91425" wrap="square" tIns="45700">
            <a:noAutofit/>
          </a:bodyPr>
          <a:lstStyle/>
          <a:p>
            <a:pPr indent="-342900" lvl="0" marL="342900" rtl="0" algn="just">
              <a:lnSpc>
                <a:spcPct val="100000"/>
              </a:lnSpc>
              <a:spcBef>
                <a:spcPts val="0"/>
              </a:spcBef>
              <a:spcAft>
                <a:spcPts val="0"/>
              </a:spcAft>
              <a:buClr>
                <a:schemeClr val="dk1"/>
              </a:buClr>
              <a:buSzPts val="2400"/>
              <a:buFont typeface="Arial"/>
              <a:buChar char="•"/>
            </a:pPr>
            <a:r>
              <a:rPr b="0" i="0" lang="en-US" sz="2400" u="none">
                <a:solidFill>
                  <a:schemeClr val="dk1"/>
                </a:solidFill>
                <a:latin typeface="Arial"/>
                <a:ea typeface="Arial"/>
                <a:cs typeface="Arial"/>
                <a:sym typeface="Arial"/>
              </a:rPr>
              <a:t>In an iterative deepening search, the nodes on the bottom level (depth </a:t>
            </a:r>
            <a:r>
              <a:rPr b="0" i="1" lang="en-US" sz="2400" u="none">
                <a:solidFill>
                  <a:schemeClr val="dk1"/>
                </a:solidFill>
                <a:latin typeface="Arial"/>
                <a:ea typeface="Arial"/>
                <a:cs typeface="Arial"/>
                <a:sym typeface="Arial"/>
              </a:rPr>
              <a:t>d</a:t>
            </a:r>
            <a:r>
              <a:rPr b="0" i="0" lang="en-US" sz="2400" u="none">
                <a:solidFill>
                  <a:schemeClr val="dk1"/>
                </a:solidFill>
                <a:latin typeface="Arial"/>
                <a:ea typeface="Arial"/>
                <a:cs typeface="Arial"/>
                <a:sym typeface="Arial"/>
              </a:rPr>
              <a:t>) are generated once, those on the next to bottom level are generated twice, and so on, up to the children of the root, which are generated </a:t>
            </a:r>
            <a:r>
              <a:rPr b="0" i="1" lang="en-US" sz="2400" u="none">
                <a:solidFill>
                  <a:schemeClr val="dk1"/>
                </a:solidFill>
                <a:latin typeface="Arial"/>
                <a:ea typeface="Arial"/>
                <a:cs typeface="Arial"/>
                <a:sym typeface="Arial"/>
              </a:rPr>
              <a:t>d</a:t>
            </a:r>
            <a:r>
              <a:rPr b="0" i="0" lang="en-US" sz="2400" u="none">
                <a:solidFill>
                  <a:schemeClr val="dk1"/>
                </a:solidFill>
                <a:latin typeface="Arial"/>
                <a:ea typeface="Arial"/>
                <a:cs typeface="Arial"/>
                <a:sym typeface="Arial"/>
              </a:rPr>
              <a:t> times.</a:t>
            </a:r>
            <a:endParaRPr/>
          </a:p>
          <a:p>
            <a:pPr indent="-342900" lvl="0" marL="342900" rtl="0" algn="just">
              <a:lnSpc>
                <a:spcPct val="100000"/>
              </a:lnSpc>
              <a:spcBef>
                <a:spcPts val="480"/>
              </a:spcBef>
              <a:spcAft>
                <a:spcPts val="0"/>
              </a:spcAft>
              <a:buClr>
                <a:schemeClr val="dk1"/>
              </a:buClr>
              <a:buSzPts val="2400"/>
              <a:buFont typeface="Arial"/>
              <a:buChar char="•"/>
            </a:pPr>
            <a:r>
              <a:rPr b="0" i="0" lang="en-US" sz="2400" u="none">
                <a:solidFill>
                  <a:schemeClr val="dk1"/>
                </a:solidFill>
                <a:latin typeface="Arial"/>
                <a:ea typeface="Arial"/>
                <a:cs typeface="Arial"/>
                <a:sym typeface="Arial"/>
              </a:rPr>
              <a:t>So the total number of nodes generated is</a:t>
            </a:r>
            <a:endParaRPr/>
          </a:p>
          <a:p>
            <a:pPr indent="-342900" lvl="0" marL="342900" rtl="0" algn="ctr">
              <a:lnSpc>
                <a:spcPct val="100000"/>
              </a:lnSpc>
              <a:spcBef>
                <a:spcPts val="480"/>
              </a:spcBef>
              <a:spcAft>
                <a:spcPts val="0"/>
              </a:spcAft>
              <a:buClr>
                <a:schemeClr val="dk1"/>
              </a:buClr>
              <a:buSzPts val="2400"/>
              <a:buFont typeface="Arial"/>
              <a:buNone/>
            </a:pPr>
            <a:r>
              <a:rPr b="0" i="0" lang="en-US" sz="2400" u="none">
                <a:solidFill>
                  <a:schemeClr val="dk1"/>
                </a:solidFill>
                <a:latin typeface="Arial"/>
                <a:ea typeface="Arial"/>
                <a:cs typeface="Arial"/>
                <a:sym typeface="Arial"/>
              </a:rPr>
              <a:t> </a:t>
            </a:r>
            <a:r>
              <a:rPr b="0" i="1" lang="en-US" sz="2400" u="none">
                <a:solidFill>
                  <a:schemeClr val="dk1"/>
                </a:solidFill>
                <a:latin typeface="Arial"/>
                <a:ea typeface="Arial"/>
                <a:cs typeface="Arial"/>
                <a:sym typeface="Arial"/>
              </a:rPr>
              <a:t>N</a:t>
            </a:r>
            <a:r>
              <a:rPr b="0" i="0" lang="en-US" sz="2400" u="none">
                <a:solidFill>
                  <a:schemeClr val="dk1"/>
                </a:solidFill>
                <a:latin typeface="Arial"/>
                <a:ea typeface="Arial"/>
                <a:cs typeface="Arial"/>
                <a:sym typeface="Arial"/>
              </a:rPr>
              <a:t>(</a:t>
            </a:r>
            <a:r>
              <a:rPr b="0" i="1" lang="en-US" sz="2400" u="none">
                <a:solidFill>
                  <a:schemeClr val="dk1"/>
                </a:solidFill>
                <a:latin typeface="Arial"/>
                <a:ea typeface="Arial"/>
                <a:cs typeface="Arial"/>
                <a:sym typeface="Arial"/>
              </a:rPr>
              <a:t>IDS</a:t>
            </a:r>
            <a:r>
              <a:rPr b="0" i="0" lang="en-US" sz="2400" u="none">
                <a:solidFill>
                  <a:schemeClr val="dk1"/>
                </a:solidFill>
                <a:latin typeface="Arial"/>
                <a:ea typeface="Arial"/>
                <a:cs typeface="Arial"/>
                <a:sym typeface="Arial"/>
              </a:rPr>
              <a:t>) = </a:t>
            </a:r>
            <a:r>
              <a:rPr b="0" i="1" lang="en-US" sz="2400" u="none">
                <a:solidFill>
                  <a:schemeClr val="dk1"/>
                </a:solidFill>
                <a:latin typeface="Consolas"/>
                <a:ea typeface="Consolas"/>
                <a:cs typeface="Consolas"/>
                <a:sym typeface="Consolas"/>
              </a:rPr>
              <a:t>d.b </a:t>
            </a:r>
            <a:r>
              <a:rPr b="0" i="0" lang="en-US" sz="2400" u="none">
                <a:solidFill>
                  <a:schemeClr val="dk1"/>
                </a:solidFill>
                <a:latin typeface="Consolas"/>
                <a:ea typeface="Consolas"/>
                <a:cs typeface="Consolas"/>
                <a:sym typeface="Consolas"/>
              </a:rPr>
              <a:t>+ (</a:t>
            </a:r>
            <a:r>
              <a:rPr b="0" i="1" lang="en-US" sz="2400" u="none">
                <a:solidFill>
                  <a:schemeClr val="dk1"/>
                </a:solidFill>
                <a:latin typeface="Consolas"/>
                <a:ea typeface="Consolas"/>
                <a:cs typeface="Consolas"/>
                <a:sym typeface="Consolas"/>
              </a:rPr>
              <a:t>d</a:t>
            </a:r>
            <a:r>
              <a:rPr b="0" i="0" lang="en-US" sz="2400" u="none">
                <a:solidFill>
                  <a:schemeClr val="dk1"/>
                </a:solidFill>
                <a:latin typeface="Consolas"/>
                <a:ea typeface="Consolas"/>
                <a:cs typeface="Consolas"/>
                <a:sym typeface="Consolas"/>
              </a:rPr>
              <a:t> - 1).</a:t>
            </a:r>
            <a:r>
              <a:rPr b="0" i="1" lang="en-US" sz="2400" u="none">
                <a:solidFill>
                  <a:schemeClr val="dk1"/>
                </a:solidFill>
                <a:latin typeface="Consolas"/>
                <a:ea typeface="Consolas"/>
                <a:cs typeface="Consolas"/>
                <a:sym typeface="Consolas"/>
              </a:rPr>
              <a:t>b</a:t>
            </a:r>
            <a:r>
              <a:rPr b="0" baseline="30000" i="0" lang="en-US" sz="2400" u="none">
                <a:solidFill>
                  <a:schemeClr val="dk1"/>
                </a:solidFill>
                <a:latin typeface="Consolas"/>
                <a:ea typeface="Consolas"/>
                <a:cs typeface="Consolas"/>
                <a:sym typeface="Consolas"/>
              </a:rPr>
              <a:t>2</a:t>
            </a:r>
            <a:r>
              <a:rPr b="0" i="0" lang="en-US" sz="2400" u="none">
                <a:solidFill>
                  <a:schemeClr val="dk1"/>
                </a:solidFill>
                <a:latin typeface="Consolas"/>
                <a:ea typeface="Consolas"/>
                <a:cs typeface="Consolas"/>
                <a:sym typeface="Consolas"/>
              </a:rPr>
              <a:t> + ...+ 1.</a:t>
            </a:r>
            <a:r>
              <a:rPr b="0" i="1" lang="en-US" sz="2400" u="none">
                <a:solidFill>
                  <a:schemeClr val="dk1"/>
                </a:solidFill>
                <a:latin typeface="Consolas"/>
                <a:ea typeface="Consolas"/>
                <a:cs typeface="Consolas"/>
                <a:sym typeface="Consolas"/>
              </a:rPr>
              <a:t>b</a:t>
            </a:r>
            <a:r>
              <a:rPr b="0" baseline="30000" i="1" lang="en-US" sz="2400" u="none">
                <a:solidFill>
                  <a:schemeClr val="dk1"/>
                </a:solidFill>
                <a:latin typeface="Consolas"/>
                <a:ea typeface="Consolas"/>
                <a:cs typeface="Consolas"/>
                <a:sym typeface="Consolas"/>
              </a:rPr>
              <a:t>d</a:t>
            </a:r>
            <a:r>
              <a:rPr b="0" i="1" lang="en-US" sz="2400" u="none">
                <a:solidFill>
                  <a:schemeClr val="dk1"/>
                </a:solidFill>
                <a:latin typeface="Consolas"/>
                <a:ea typeface="Consolas"/>
                <a:cs typeface="Consolas"/>
                <a:sym typeface="Consolas"/>
              </a:rPr>
              <a:t> </a:t>
            </a:r>
            <a:r>
              <a:rPr b="0" i="0" lang="en-US" sz="2400" u="none">
                <a:solidFill>
                  <a:schemeClr val="dk1"/>
                </a:solidFill>
                <a:latin typeface="Consolas"/>
                <a:ea typeface="Consolas"/>
                <a:cs typeface="Consolas"/>
                <a:sym typeface="Consolas"/>
              </a:rPr>
              <a:t>=</a:t>
            </a:r>
            <a:r>
              <a:rPr b="0" i="1" lang="en-US" sz="2400" u="none">
                <a:solidFill>
                  <a:schemeClr val="dk1"/>
                </a:solidFill>
                <a:latin typeface="Consolas"/>
                <a:ea typeface="Consolas"/>
                <a:cs typeface="Consolas"/>
                <a:sym typeface="Consolas"/>
              </a:rPr>
              <a:t> O</a:t>
            </a:r>
            <a:r>
              <a:rPr b="0" i="0" lang="en-US" sz="2400" u="none">
                <a:solidFill>
                  <a:schemeClr val="dk1"/>
                </a:solidFill>
                <a:latin typeface="Consolas"/>
                <a:ea typeface="Consolas"/>
                <a:cs typeface="Consolas"/>
                <a:sym typeface="Consolas"/>
              </a:rPr>
              <a:t>(</a:t>
            </a:r>
            <a:r>
              <a:rPr b="0" i="1" lang="en-US" sz="2400" u="none">
                <a:solidFill>
                  <a:schemeClr val="dk1"/>
                </a:solidFill>
                <a:latin typeface="Consolas"/>
                <a:ea typeface="Consolas"/>
                <a:cs typeface="Consolas"/>
                <a:sym typeface="Consolas"/>
              </a:rPr>
              <a:t>b</a:t>
            </a:r>
            <a:r>
              <a:rPr b="0" baseline="30000" i="1" lang="en-US" sz="2400" u="none">
                <a:solidFill>
                  <a:schemeClr val="dk1"/>
                </a:solidFill>
                <a:latin typeface="Consolas"/>
                <a:ea typeface="Consolas"/>
                <a:cs typeface="Consolas"/>
                <a:sym typeface="Consolas"/>
              </a:rPr>
              <a:t>d</a:t>
            </a:r>
            <a:r>
              <a:rPr b="0" i="0" lang="en-US" sz="2400" u="none">
                <a:solidFill>
                  <a:schemeClr val="dk1"/>
                </a:solidFill>
                <a:latin typeface="Consolas"/>
                <a:ea typeface="Consolas"/>
                <a:cs typeface="Consolas"/>
                <a:sym typeface="Consolas"/>
              </a:rPr>
              <a:t>)</a:t>
            </a:r>
            <a:endParaRPr/>
          </a:p>
          <a:p>
            <a:pPr indent="-342900" lvl="0" marL="342900" rtl="0" algn="just">
              <a:lnSpc>
                <a:spcPct val="100000"/>
              </a:lnSpc>
              <a:spcBef>
                <a:spcPts val="480"/>
              </a:spcBef>
              <a:spcAft>
                <a:spcPts val="0"/>
              </a:spcAft>
              <a:buClr>
                <a:schemeClr val="dk1"/>
              </a:buClr>
              <a:buSzPts val="2400"/>
              <a:buFont typeface="Arial"/>
              <a:buChar char="•"/>
            </a:pPr>
            <a:r>
              <a:rPr b="0" i="0" lang="en-US" sz="2400" u="none">
                <a:solidFill>
                  <a:schemeClr val="dk1"/>
                </a:solidFill>
                <a:latin typeface="Arial"/>
                <a:ea typeface="Arial"/>
                <a:cs typeface="Arial"/>
                <a:sym typeface="Arial"/>
              </a:rPr>
              <a:t>We can compare this to the nodes generated by a breadth-first search:</a:t>
            </a:r>
            <a:endParaRPr/>
          </a:p>
          <a:p>
            <a:pPr indent="-342900" lvl="0" marL="342900" rtl="0" algn="ctr">
              <a:lnSpc>
                <a:spcPct val="100000"/>
              </a:lnSpc>
              <a:spcBef>
                <a:spcPts val="480"/>
              </a:spcBef>
              <a:spcAft>
                <a:spcPts val="0"/>
              </a:spcAft>
              <a:buClr>
                <a:schemeClr val="dk1"/>
              </a:buClr>
              <a:buSzPts val="2400"/>
              <a:buFont typeface="Arial"/>
              <a:buNone/>
            </a:pPr>
            <a:r>
              <a:rPr b="0" i="1" lang="en-US" sz="2400" u="none">
                <a:solidFill>
                  <a:schemeClr val="dk1"/>
                </a:solidFill>
                <a:latin typeface="Arial"/>
                <a:ea typeface="Arial"/>
                <a:cs typeface="Arial"/>
                <a:sym typeface="Arial"/>
              </a:rPr>
              <a:t>N</a:t>
            </a:r>
            <a:r>
              <a:rPr b="0" i="0" lang="en-US" sz="2400" u="none">
                <a:solidFill>
                  <a:schemeClr val="dk1"/>
                </a:solidFill>
                <a:latin typeface="Arial"/>
                <a:ea typeface="Arial"/>
                <a:cs typeface="Arial"/>
                <a:sym typeface="Arial"/>
              </a:rPr>
              <a:t>(</a:t>
            </a:r>
            <a:r>
              <a:rPr b="0" i="1" lang="en-US" sz="2400" u="none">
                <a:solidFill>
                  <a:schemeClr val="dk1"/>
                </a:solidFill>
                <a:latin typeface="Arial"/>
                <a:ea typeface="Arial"/>
                <a:cs typeface="Arial"/>
                <a:sym typeface="Arial"/>
              </a:rPr>
              <a:t>BFS</a:t>
            </a:r>
            <a:r>
              <a:rPr b="0" i="0" lang="en-US" sz="2400" u="none">
                <a:solidFill>
                  <a:schemeClr val="dk1"/>
                </a:solidFill>
                <a:latin typeface="Arial"/>
                <a:ea typeface="Arial"/>
                <a:cs typeface="Arial"/>
                <a:sym typeface="Arial"/>
              </a:rPr>
              <a:t>) = </a:t>
            </a:r>
            <a:r>
              <a:rPr b="0" i="1" lang="en-US" sz="2400" u="none">
                <a:solidFill>
                  <a:schemeClr val="dk1"/>
                </a:solidFill>
                <a:latin typeface="Consolas"/>
                <a:ea typeface="Consolas"/>
                <a:cs typeface="Consolas"/>
                <a:sym typeface="Consolas"/>
              </a:rPr>
              <a:t>b </a:t>
            </a:r>
            <a:r>
              <a:rPr b="0" i="0" lang="en-US" sz="2400" u="none">
                <a:solidFill>
                  <a:schemeClr val="dk1"/>
                </a:solidFill>
                <a:latin typeface="Consolas"/>
                <a:ea typeface="Consolas"/>
                <a:cs typeface="Consolas"/>
                <a:sym typeface="Consolas"/>
              </a:rPr>
              <a:t>+ </a:t>
            </a:r>
            <a:r>
              <a:rPr b="0" i="1" lang="en-US" sz="2400" u="none">
                <a:solidFill>
                  <a:schemeClr val="dk1"/>
                </a:solidFill>
                <a:latin typeface="Consolas"/>
                <a:ea typeface="Consolas"/>
                <a:cs typeface="Consolas"/>
                <a:sym typeface="Consolas"/>
              </a:rPr>
              <a:t>b</a:t>
            </a:r>
            <a:r>
              <a:rPr b="0" baseline="30000" i="0" lang="en-US" sz="2400" u="none">
                <a:solidFill>
                  <a:schemeClr val="dk1"/>
                </a:solidFill>
                <a:latin typeface="Consolas"/>
                <a:ea typeface="Consolas"/>
                <a:cs typeface="Consolas"/>
                <a:sym typeface="Consolas"/>
              </a:rPr>
              <a:t>2</a:t>
            </a:r>
            <a:r>
              <a:rPr b="0" i="0" lang="en-US" sz="2400" u="none">
                <a:solidFill>
                  <a:schemeClr val="dk1"/>
                </a:solidFill>
                <a:latin typeface="Consolas"/>
                <a:ea typeface="Consolas"/>
                <a:cs typeface="Consolas"/>
                <a:sym typeface="Consolas"/>
              </a:rPr>
              <a:t> + ...+ </a:t>
            </a:r>
            <a:r>
              <a:rPr b="0" i="1" lang="en-US" sz="2400" u="none">
                <a:solidFill>
                  <a:schemeClr val="dk1"/>
                </a:solidFill>
                <a:latin typeface="Consolas"/>
                <a:ea typeface="Consolas"/>
                <a:cs typeface="Consolas"/>
                <a:sym typeface="Consolas"/>
              </a:rPr>
              <a:t>b</a:t>
            </a:r>
            <a:r>
              <a:rPr b="0" baseline="30000" i="1" lang="en-US" sz="2400" u="none">
                <a:solidFill>
                  <a:schemeClr val="dk1"/>
                </a:solidFill>
                <a:latin typeface="Consolas"/>
                <a:ea typeface="Consolas"/>
                <a:cs typeface="Consolas"/>
                <a:sym typeface="Consolas"/>
              </a:rPr>
              <a:t>d</a:t>
            </a:r>
            <a:r>
              <a:rPr b="0" i="1" lang="en-US" sz="2400" u="none">
                <a:solidFill>
                  <a:schemeClr val="dk1"/>
                </a:solidFill>
                <a:latin typeface="Consolas"/>
                <a:ea typeface="Consolas"/>
                <a:cs typeface="Consolas"/>
                <a:sym typeface="Consolas"/>
              </a:rPr>
              <a:t> </a:t>
            </a:r>
            <a:r>
              <a:rPr b="0" i="0" lang="en-US" sz="2400" u="none">
                <a:solidFill>
                  <a:schemeClr val="dk1"/>
                </a:solidFill>
                <a:latin typeface="Consolas"/>
                <a:ea typeface="Consolas"/>
                <a:cs typeface="Consolas"/>
                <a:sym typeface="Consolas"/>
              </a:rPr>
              <a:t>+ (</a:t>
            </a:r>
            <a:r>
              <a:rPr b="0" i="1" lang="en-US" sz="2400" u="none">
                <a:solidFill>
                  <a:schemeClr val="dk1"/>
                </a:solidFill>
                <a:latin typeface="Consolas"/>
                <a:ea typeface="Consolas"/>
                <a:cs typeface="Consolas"/>
                <a:sym typeface="Consolas"/>
              </a:rPr>
              <a:t>b</a:t>
            </a:r>
            <a:r>
              <a:rPr b="0" baseline="30000" i="1" lang="en-US" sz="2400" u="none">
                <a:solidFill>
                  <a:schemeClr val="dk1"/>
                </a:solidFill>
                <a:latin typeface="Consolas"/>
                <a:ea typeface="Consolas"/>
                <a:cs typeface="Consolas"/>
                <a:sym typeface="Consolas"/>
              </a:rPr>
              <a:t>d</a:t>
            </a:r>
            <a:r>
              <a:rPr b="0" baseline="30000" i="0" lang="en-US" sz="2400" u="none">
                <a:solidFill>
                  <a:schemeClr val="dk1"/>
                </a:solidFill>
                <a:latin typeface="Consolas"/>
                <a:ea typeface="Consolas"/>
                <a:cs typeface="Consolas"/>
                <a:sym typeface="Consolas"/>
              </a:rPr>
              <a:t>+1</a:t>
            </a:r>
            <a:r>
              <a:rPr b="0" i="1" lang="en-US" sz="2400" u="none">
                <a:solidFill>
                  <a:schemeClr val="dk1"/>
                </a:solidFill>
                <a:latin typeface="Consolas"/>
                <a:ea typeface="Consolas"/>
                <a:cs typeface="Consolas"/>
                <a:sym typeface="Consolas"/>
              </a:rPr>
              <a:t> – b)</a:t>
            </a:r>
            <a:r>
              <a:rPr b="0" i="0" lang="en-US" sz="2400" u="none">
                <a:solidFill>
                  <a:schemeClr val="dk1"/>
                </a:solidFill>
                <a:latin typeface="Consolas"/>
                <a:ea typeface="Consolas"/>
                <a:cs typeface="Consolas"/>
                <a:sym typeface="Consolas"/>
              </a:rPr>
              <a:t>=</a:t>
            </a:r>
            <a:r>
              <a:rPr b="0" i="1" lang="en-US" sz="2400" u="none">
                <a:solidFill>
                  <a:schemeClr val="dk1"/>
                </a:solidFill>
                <a:latin typeface="Consolas"/>
                <a:ea typeface="Consolas"/>
                <a:cs typeface="Consolas"/>
                <a:sym typeface="Consolas"/>
              </a:rPr>
              <a:t> O</a:t>
            </a:r>
            <a:r>
              <a:rPr b="0" i="0" lang="en-US" sz="2400" u="none">
                <a:solidFill>
                  <a:schemeClr val="dk1"/>
                </a:solidFill>
                <a:latin typeface="Consolas"/>
                <a:ea typeface="Consolas"/>
                <a:cs typeface="Consolas"/>
                <a:sym typeface="Consolas"/>
              </a:rPr>
              <a:t>(</a:t>
            </a:r>
            <a:r>
              <a:rPr b="0" i="1" lang="en-US" sz="2400" u="none">
                <a:solidFill>
                  <a:schemeClr val="dk1"/>
                </a:solidFill>
                <a:latin typeface="Consolas"/>
                <a:ea typeface="Consolas"/>
                <a:cs typeface="Consolas"/>
                <a:sym typeface="Consolas"/>
              </a:rPr>
              <a:t>b</a:t>
            </a:r>
            <a:r>
              <a:rPr b="0" baseline="30000" i="1" lang="en-US" sz="2400" u="none">
                <a:solidFill>
                  <a:schemeClr val="dk1"/>
                </a:solidFill>
                <a:latin typeface="Consolas"/>
                <a:ea typeface="Consolas"/>
                <a:cs typeface="Consolas"/>
                <a:sym typeface="Consolas"/>
              </a:rPr>
              <a:t>d</a:t>
            </a:r>
            <a:r>
              <a:rPr b="0" baseline="30000" i="0" lang="en-US" sz="2400" u="none">
                <a:solidFill>
                  <a:schemeClr val="dk1"/>
                </a:solidFill>
                <a:latin typeface="Consolas"/>
                <a:ea typeface="Consolas"/>
                <a:cs typeface="Consolas"/>
                <a:sym typeface="Consolas"/>
              </a:rPr>
              <a:t>+1</a:t>
            </a:r>
            <a:r>
              <a:rPr b="0" i="0" lang="en-US" sz="2400" u="none">
                <a:solidFill>
                  <a:schemeClr val="dk1"/>
                </a:solidFill>
                <a:latin typeface="Consolas"/>
                <a:ea typeface="Consolas"/>
                <a:cs typeface="Consolas"/>
                <a:sym typeface="Consolas"/>
              </a:rPr>
              <a:t>)</a:t>
            </a:r>
            <a:endParaRPr b="0" i="0" sz="2400" u="none">
              <a:solidFill>
                <a:schemeClr val="dk1"/>
              </a:solidFill>
              <a:latin typeface="Arial"/>
              <a:ea typeface="Arial"/>
              <a:cs typeface="Arial"/>
              <a:sym typeface="Arial"/>
            </a:endParaRPr>
          </a:p>
          <a:p>
            <a:pPr indent="-342900" lvl="0" marL="342900" rtl="0" algn="just">
              <a:lnSpc>
                <a:spcPct val="100000"/>
              </a:lnSpc>
              <a:spcBef>
                <a:spcPts val="480"/>
              </a:spcBef>
              <a:spcAft>
                <a:spcPts val="0"/>
              </a:spcAft>
              <a:buClr>
                <a:schemeClr val="dk1"/>
              </a:buClr>
              <a:buSzPts val="2400"/>
              <a:buFont typeface="Arial"/>
              <a:buChar char="•"/>
            </a:pPr>
            <a:r>
              <a:rPr b="0" i="0" lang="en-US" sz="2400" u="none">
                <a:solidFill>
                  <a:schemeClr val="dk1"/>
                </a:solidFill>
                <a:latin typeface="Arial"/>
                <a:ea typeface="Arial"/>
                <a:cs typeface="Arial"/>
                <a:sym typeface="Arial"/>
              </a:rPr>
              <a:t>Notice that breadth-first search generates some nodes at depth </a:t>
            </a:r>
            <a:r>
              <a:rPr b="0" i="1" lang="en-US" sz="2400" u="none">
                <a:solidFill>
                  <a:schemeClr val="dk1"/>
                </a:solidFill>
                <a:latin typeface="Arial"/>
                <a:ea typeface="Arial"/>
                <a:cs typeface="Arial"/>
                <a:sym typeface="Arial"/>
              </a:rPr>
              <a:t>d</a:t>
            </a:r>
            <a:r>
              <a:rPr b="0" i="0" lang="en-US" sz="2400" u="none">
                <a:solidFill>
                  <a:schemeClr val="dk1"/>
                </a:solidFill>
                <a:latin typeface="Arial"/>
                <a:ea typeface="Arial"/>
                <a:cs typeface="Arial"/>
                <a:sym typeface="Arial"/>
              </a:rPr>
              <a:t>+1, whereas iterative deepening does not.</a:t>
            </a:r>
            <a:endParaRPr/>
          </a:p>
          <a:p>
            <a:pPr indent="-342900" lvl="0" marL="342900" rtl="0" algn="just">
              <a:lnSpc>
                <a:spcPct val="100000"/>
              </a:lnSpc>
              <a:spcBef>
                <a:spcPts val="480"/>
              </a:spcBef>
              <a:spcAft>
                <a:spcPts val="0"/>
              </a:spcAft>
              <a:buClr>
                <a:schemeClr val="dk1"/>
              </a:buClr>
              <a:buSzPts val="2400"/>
              <a:buFont typeface="Arial"/>
              <a:buChar char="•"/>
            </a:pPr>
            <a:r>
              <a:rPr b="0" i="0" lang="en-US" sz="2400" u="none">
                <a:solidFill>
                  <a:schemeClr val="dk1"/>
                </a:solidFill>
                <a:latin typeface="Arial"/>
                <a:ea typeface="Arial"/>
                <a:cs typeface="Arial"/>
                <a:sym typeface="Arial"/>
              </a:rPr>
              <a:t>The result is that iterative deepening is actually </a:t>
            </a:r>
            <a:r>
              <a:rPr b="0" i="1" lang="en-US" sz="2400" u="none">
                <a:solidFill>
                  <a:schemeClr val="dk1"/>
                </a:solidFill>
                <a:latin typeface="Arial"/>
                <a:ea typeface="Arial"/>
                <a:cs typeface="Arial"/>
                <a:sym typeface="Arial"/>
              </a:rPr>
              <a:t>faster </a:t>
            </a:r>
            <a:r>
              <a:rPr b="0" i="0" lang="en-US" sz="2400" u="none">
                <a:solidFill>
                  <a:schemeClr val="dk1"/>
                </a:solidFill>
                <a:latin typeface="Arial"/>
                <a:ea typeface="Arial"/>
                <a:cs typeface="Arial"/>
                <a:sym typeface="Arial"/>
              </a:rPr>
              <a:t>than breadth-first search, despite the repeated generation of states.</a:t>
            </a:r>
            <a:endParaRPr/>
          </a:p>
        </p:txBody>
      </p:sp>
      <p:sp>
        <p:nvSpPr>
          <p:cNvPr id="681" name="Google Shape;681;p68"/>
          <p:cNvSpPr txBox="1"/>
          <p:nvPr/>
        </p:nvSpPr>
        <p:spPr>
          <a:xfrm>
            <a:off x="6934200" y="6550025"/>
            <a:ext cx="2133600" cy="231775"/>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0" i="0" lang="en-US" sz="1400" u="none">
                <a:solidFill>
                  <a:schemeClr val="dk1"/>
                </a:solidFill>
                <a:latin typeface="Arial"/>
                <a:ea typeface="Arial"/>
                <a:cs typeface="Arial"/>
                <a:sym typeface="Arial"/>
              </a:rPr>
              <a:t>‹#›</a:t>
            </a:fld>
            <a:endParaRPr/>
          </a:p>
        </p:txBody>
      </p:sp>
      <p:pic>
        <p:nvPicPr>
          <p:cNvPr id="682" name="Google Shape;682;p68"/>
          <p:cNvPicPr preferRelativeResize="0"/>
          <p:nvPr/>
        </p:nvPicPr>
        <p:blipFill rotWithShape="1">
          <a:blip r:embed="rId3">
            <a:alphaModFix/>
          </a:blip>
          <a:srcRect b="0" l="0" r="0" t="0"/>
          <a:stretch/>
        </p:blipFill>
        <p:spPr>
          <a:xfrm>
            <a:off x="8229600" y="0"/>
            <a:ext cx="914400" cy="914400"/>
          </a:xfrm>
          <a:prstGeom prst="rect">
            <a:avLst/>
          </a:prstGeom>
          <a:noFill/>
          <a:ln>
            <a:noFill/>
          </a:ln>
        </p:spPr>
      </p:pic>
    </p:spTree>
  </p:cSld>
  <p:clrMapOvr>
    <a:masterClrMapping/>
  </p:clrMapOvr>
  <p:transition spd="slow">
    <p:fade thruBlk="1"/>
  </p:transition>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6" name="Shape 686"/>
        <p:cNvGrpSpPr/>
        <p:nvPr/>
      </p:nvGrpSpPr>
      <p:grpSpPr>
        <a:xfrm>
          <a:off x="0" y="0"/>
          <a:ext cx="0" cy="0"/>
          <a:chOff x="0" y="0"/>
          <a:chExt cx="0" cy="0"/>
        </a:xfrm>
      </p:grpSpPr>
      <p:sp>
        <p:nvSpPr>
          <p:cNvPr id="687" name="Google Shape;687;p69"/>
          <p:cNvSpPr txBox="1"/>
          <p:nvPr>
            <p:ph type="title"/>
          </p:nvPr>
        </p:nvSpPr>
        <p:spPr>
          <a:xfrm>
            <a:off x="457200" y="76200"/>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C00000"/>
              </a:buClr>
              <a:buSzPts val="4400"/>
              <a:buFont typeface="Arial"/>
              <a:buNone/>
            </a:pPr>
            <a:r>
              <a:rPr b="1" i="0" lang="en-US" sz="4400" u="none">
                <a:solidFill>
                  <a:srgbClr val="C00000"/>
                </a:solidFill>
                <a:latin typeface="Arial"/>
                <a:ea typeface="Arial"/>
                <a:cs typeface="Arial"/>
                <a:sym typeface="Arial"/>
              </a:rPr>
              <a:t>Iterative Deepening Search</a:t>
            </a:r>
            <a:endParaRPr/>
          </a:p>
        </p:txBody>
      </p:sp>
      <p:sp>
        <p:nvSpPr>
          <p:cNvPr id="688" name="Google Shape;688;p69"/>
          <p:cNvSpPr txBox="1"/>
          <p:nvPr>
            <p:ph idx="1" type="body"/>
          </p:nvPr>
        </p:nvSpPr>
        <p:spPr>
          <a:xfrm>
            <a:off x="0" y="1143000"/>
            <a:ext cx="9144000" cy="685800"/>
          </a:xfrm>
          <a:prstGeom prst="rect">
            <a:avLst/>
          </a:prstGeom>
          <a:noFill/>
          <a:ln>
            <a:noFill/>
          </a:ln>
        </p:spPr>
        <p:txBody>
          <a:bodyPr anchorCtr="0" anchor="t" bIns="45700" lIns="91425" spcFirstLastPara="1" rIns="91425" wrap="square" tIns="45700">
            <a:noAutofit/>
          </a:bodyPr>
          <a:lstStyle/>
          <a:p>
            <a:pPr indent="-342900" lvl="0" marL="342900" rtl="0" algn="just">
              <a:lnSpc>
                <a:spcPct val="100000"/>
              </a:lnSpc>
              <a:spcBef>
                <a:spcPts val="0"/>
              </a:spcBef>
              <a:spcAft>
                <a:spcPts val="0"/>
              </a:spcAft>
              <a:buClr>
                <a:schemeClr val="dk1"/>
              </a:buClr>
              <a:buSzPts val="2800"/>
              <a:buFont typeface="Arial"/>
              <a:buChar char="•"/>
            </a:pPr>
            <a:r>
              <a:rPr b="0" i="0" lang="en-US" sz="2800" u="none">
                <a:solidFill>
                  <a:schemeClr val="dk1"/>
                </a:solidFill>
                <a:latin typeface="Arial"/>
                <a:ea typeface="Arial"/>
                <a:cs typeface="Arial"/>
                <a:sym typeface="Arial"/>
              </a:rPr>
              <a:t>For example, if </a:t>
            </a:r>
            <a:r>
              <a:rPr b="0" i="1" lang="en-US" sz="2800" u="none">
                <a:solidFill>
                  <a:schemeClr val="dk1"/>
                </a:solidFill>
                <a:latin typeface="Arial"/>
                <a:ea typeface="Arial"/>
                <a:cs typeface="Arial"/>
                <a:sym typeface="Arial"/>
              </a:rPr>
              <a:t>b</a:t>
            </a:r>
            <a:r>
              <a:rPr b="0" i="0" lang="en-US" sz="2800" u="none">
                <a:solidFill>
                  <a:schemeClr val="dk1"/>
                </a:solidFill>
                <a:latin typeface="Arial"/>
                <a:ea typeface="Arial"/>
                <a:cs typeface="Arial"/>
                <a:sym typeface="Arial"/>
              </a:rPr>
              <a:t> = 10 and </a:t>
            </a:r>
            <a:r>
              <a:rPr b="0" i="1" lang="en-US" sz="2800" u="none">
                <a:solidFill>
                  <a:schemeClr val="dk1"/>
                </a:solidFill>
                <a:latin typeface="Arial"/>
                <a:ea typeface="Arial"/>
                <a:cs typeface="Arial"/>
                <a:sym typeface="Arial"/>
              </a:rPr>
              <a:t>d</a:t>
            </a:r>
            <a:r>
              <a:rPr b="0" i="0" lang="en-US" sz="2800" u="none">
                <a:solidFill>
                  <a:schemeClr val="dk1"/>
                </a:solidFill>
                <a:latin typeface="Arial"/>
                <a:ea typeface="Arial"/>
                <a:cs typeface="Arial"/>
                <a:sym typeface="Arial"/>
              </a:rPr>
              <a:t> = 5,</a:t>
            </a:r>
            <a:endParaRPr/>
          </a:p>
        </p:txBody>
      </p:sp>
      <p:sp>
        <p:nvSpPr>
          <p:cNvPr id="689" name="Google Shape;689;p69"/>
          <p:cNvSpPr txBox="1"/>
          <p:nvPr/>
        </p:nvSpPr>
        <p:spPr>
          <a:xfrm>
            <a:off x="6934200" y="6550025"/>
            <a:ext cx="2133600" cy="231775"/>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0" i="0" lang="en-US" sz="1400" u="none">
                <a:solidFill>
                  <a:schemeClr val="dk1"/>
                </a:solidFill>
                <a:latin typeface="Arial"/>
                <a:ea typeface="Arial"/>
                <a:cs typeface="Arial"/>
                <a:sym typeface="Arial"/>
              </a:rPr>
              <a:t>‹#›</a:t>
            </a:fld>
            <a:endParaRPr/>
          </a:p>
        </p:txBody>
      </p:sp>
      <p:pic>
        <p:nvPicPr>
          <p:cNvPr id="690" name="Google Shape;690;p69"/>
          <p:cNvPicPr preferRelativeResize="0"/>
          <p:nvPr/>
        </p:nvPicPr>
        <p:blipFill rotWithShape="1">
          <a:blip r:embed="rId3">
            <a:alphaModFix/>
          </a:blip>
          <a:srcRect b="0" l="0" r="0" t="0"/>
          <a:stretch/>
        </p:blipFill>
        <p:spPr>
          <a:xfrm>
            <a:off x="8229600" y="0"/>
            <a:ext cx="914400" cy="914400"/>
          </a:xfrm>
          <a:prstGeom prst="rect">
            <a:avLst/>
          </a:prstGeom>
          <a:noFill/>
          <a:ln>
            <a:noFill/>
          </a:ln>
        </p:spPr>
      </p:pic>
      <p:pic>
        <p:nvPicPr>
          <p:cNvPr id="691" name="Google Shape;691;p69"/>
          <p:cNvPicPr preferRelativeResize="0"/>
          <p:nvPr/>
        </p:nvPicPr>
        <p:blipFill rotWithShape="1">
          <a:blip r:embed="rId4">
            <a:alphaModFix/>
          </a:blip>
          <a:srcRect b="0" l="0" r="0" t="0"/>
          <a:stretch/>
        </p:blipFill>
        <p:spPr>
          <a:xfrm>
            <a:off x="12700" y="1836737"/>
            <a:ext cx="9144000" cy="806450"/>
          </a:xfrm>
          <a:prstGeom prst="rect">
            <a:avLst/>
          </a:prstGeom>
          <a:noFill/>
          <a:ln>
            <a:noFill/>
          </a:ln>
        </p:spPr>
      </p:pic>
    </p:spTree>
  </p:cSld>
  <p:clrMapOvr>
    <a:masterClrMapping/>
  </p:clrMapOvr>
  <p:transition spd="slow">
    <p:fade thruBlk="1"/>
  </p:transition>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5" name="Shape 695"/>
        <p:cNvGrpSpPr/>
        <p:nvPr/>
      </p:nvGrpSpPr>
      <p:grpSpPr>
        <a:xfrm>
          <a:off x="0" y="0"/>
          <a:ext cx="0" cy="0"/>
          <a:chOff x="0" y="0"/>
          <a:chExt cx="0" cy="0"/>
        </a:xfrm>
      </p:grpSpPr>
      <p:sp>
        <p:nvSpPr>
          <p:cNvPr id="696" name="Google Shape;696;p70"/>
          <p:cNvSpPr txBox="1"/>
          <p:nvPr>
            <p:ph type="title"/>
          </p:nvPr>
        </p:nvSpPr>
        <p:spPr>
          <a:xfrm>
            <a:off x="457200" y="76200"/>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C00000"/>
              </a:buClr>
              <a:buSzPts val="4400"/>
              <a:buFont typeface="Arial"/>
              <a:buNone/>
            </a:pPr>
            <a:r>
              <a:rPr b="1" i="0" lang="en-US" sz="4400" u="none">
                <a:solidFill>
                  <a:srgbClr val="C00000"/>
                </a:solidFill>
                <a:latin typeface="Arial"/>
                <a:ea typeface="Arial"/>
                <a:cs typeface="Arial"/>
                <a:sym typeface="Arial"/>
              </a:rPr>
              <a:t>ID-Search: Example</a:t>
            </a:r>
            <a:endParaRPr/>
          </a:p>
        </p:txBody>
      </p:sp>
      <p:pic>
        <p:nvPicPr>
          <p:cNvPr id="697" name="Google Shape;697;p70"/>
          <p:cNvPicPr preferRelativeResize="0"/>
          <p:nvPr>
            <p:ph idx="1" type="body"/>
          </p:nvPr>
        </p:nvPicPr>
        <p:blipFill rotWithShape="1">
          <a:blip r:embed="rId3">
            <a:alphaModFix/>
          </a:blip>
          <a:srcRect b="0" l="0" r="0" t="0"/>
          <a:stretch/>
        </p:blipFill>
        <p:spPr>
          <a:xfrm>
            <a:off x="1066800" y="1676400"/>
            <a:ext cx="3990975" cy="2038350"/>
          </a:xfrm>
          <a:prstGeom prst="rect">
            <a:avLst/>
          </a:prstGeom>
          <a:noFill/>
          <a:ln>
            <a:noFill/>
          </a:ln>
        </p:spPr>
      </p:pic>
      <p:sp>
        <p:nvSpPr>
          <p:cNvPr id="698" name="Google Shape;698;p70"/>
          <p:cNvSpPr txBox="1"/>
          <p:nvPr/>
        </p:nvSpPr>
        <p:spPr>
          <a:xfrm>
            <a:off x="6934200" y="6550025"/>
            <a:ext cx="2133600" cy="231775"/>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0" i="0" lang="en-US" sz="1400" u="none">
                <a:solidFill>
                  <a:schemeClr val="dk1"/>
                </a:solidFill>
                <a:latin typeface="Arial"/>
                <a:ea typeface="Arial"/>
                <a:cs typeface="Arial"/>
                <a:sym typeface="Arial"/>
              </a:rPr>
              <a:t>‹#›</a:t>
            </a:fld>
            <a:endParaRPr/>
          </a:p>
        </p:txBody>
      </p:sp>
      <p:pic>
        <p:nvPicPr>
          <p:cNvPr id="699" name="Google Shape;699;p70"/>
          <p:cNvPicPr preferRelativeResize="0"/>
          <p:nvPr/>
        </p:nvPicPr>
        <p:blipFill rotWithShape="1">
          <a:blip r:embed="rId4">
            <a:alphaModFix/>
          </a:blip>
          <a:srcRect b="0" l="0" r="0" t="0"/>
          <a:stretch/>
        </p:blipFill>
        <p:spPr>
          <a:xfrm>
            <a:off x="8229600" y="0"/>
            <a:ext cx="914400" cy="914400"/>
          </a:xfrm>
          <a:prstGeom prst="rect">
            <a:avLst/>
          </a:prstGeom>
          <a:noFill/>
          <a:ln>
            <a:noFill/>
          </a:ln>
        </p:spPr>
      </p:pic>
    </p:spTree>
  </p:cSld>
  <p:clrMapOvr>
    <a:masterClrMapping/>
  </p:clrMapOvr>
  <p:transition spd="slow">
    <p:fade thruBlk="1"/>
  </p:transition>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3" name="Shape 703"/>
        <p:cNvGrpSpPr/>
        <p:nvPr/>
      </p:nvGrpSpPr>
      <p:grpSpPr>
        <a:xfrm>
          <a:off x="0" y="0"/>
          <a:ext cx="0" cy="0"/>
          <a:chOff x="0" y="0"/>
          <a:chExt cx="0" cy="0"/>
        </a:xfrm>
      </p:grpSpPr>
      <p:sp>
        <p:nvSpPr>
          <p:cNvPr id="704" name="Google Shape;704;p71"/>
          <p:cNvSpPr txBox="1"/>
          <p:nvPr/>
        </p:nvSpPr>
        <p:spPr>
          <a:xfrm>
            <a:off x="457200" y="76200"/>
            <a:ext cx="8229600" cy="1143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C00000"/>
              </a:buClr>
              <a:buSzPts val="4400"/>
              <a:buFont typeface="Arial"/>
              <a:buNone/>
            </a:pPr>
            <a:r>
              <a:rPr b="1" i="0" lang="en-US" sz="4400" u="none">
                <a:solidFill>
                  <a:srgbClr val="C00000"/>
                </a:solidFill>
                <a:latin typeface="Arial"/>
                <a:ea typeface="Arial"/>
                <a:cs typeface="Arial"/>
                <a:sym typeface="Arial"/>
              </a:rPr>
              <a:t>ID-Search: Example</a:t>
            </a:r>
            <a:endParaRPr/>
          </a:p>
        </p:txBody>
      </p:sp>
      <p:pic>
        <p:nvPicPr>
          <p:cNvPr id="705" name="Google Shape;705;p71"/>
          <p:cNvPicPr preferRelativeResize="0"/>
          <p:nvPr/>
        </p:nvPicPr>
        <p:blipFill rotWithShape="1">
          <a:blip r:embed="rId3">
            <a:alphaModFix/>
          </a:blip>
          <a:srcRect b="0" l="0" r="0" t="0"/>
          <a:stretch/>
        </p:blipFill>
        <p:spPr>
          <a:xfrm>
            <a:off x="285750" y="2152650"/>
            <a:ext cx="8572500" cy="2552700"/>
          </a:xfrm>
          <a:prstGeom prst="rect">
            <a:avLst/>
          </a:prstGeom>
          <a:noFill/>
          <a:ln>
            <a:noFill/>
          </a:ln>
        </p:spPr>
      </p:pic>
      <p:sp>
        <p:nvSpPr>
          <p:cNvPr id="706" name="Google Shape;706;p71"/>
          <p:cNvSpPr txBox="1"/>
          <p:nvPr/>
        </p:nvSpPr>
        <p:spPr>
          <a:xfrm>
            <a:off x="6934200" y="6550025"/>
            <a:ext cx="2133600" cy="231775"/>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0" i="0" lang="en-US" sz="1400" u="none">
                <a:solidFill>
                  <a:schemeClr val="dk1"/>
                </a:solidFill>
                <a:latin typeface="Arial"/>
                <a:ea typeface="Arial"/>
                <a:cs typeface="Arial"/>
                <a:sym typeface="Arial"/>
              </a:rPr>
              <a:t>‹#›</a:t>
            </a:fld>
            <a:endParaRPr/>
          </a:p>
        </p:txBody>
      </p:sp>
      <p:pic>
        <p:nvPicPr>
          <p:cNvPr id="707" name="Google Shape;707;p71"/>
          <p:cNvPicPr preferRelativeResize="0"/>
          <p:nvPr/>
        </p:nvPicPr>
        <p:blipFill rotWithShape="1">
          <a:blip r:embed="rId4">
            <a:alphaModFix/>
          </a:blip>
          <a:srcRect b="0" l="0" r="0" t="0"/>
          <a:stretch/>
        </p:blipFill>
        <p:spPr>
          <a:xfrm>
            <a:off x="8229600" y="0"/>
            <a:ext cx="914400" cy="914400"/>
          </a:xfrm>
          <a:prstGeom prst="rect">
            <a:avLst/>
          </a:prstGeom>
          <a:noFill/>
          <a:ln>
            <a:noFill/>
          </a:ln>
        </p:spPr>
      </p:pic>
    </p:spTree>
  </p:cSld>
  <p:clrMapOvr>
    <a:masterClrMapping/>
  </p:clrMapOvr>
  <p:transition spd="slow">
    <p:fade thruBlk="1"/>
  </p:transition>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1" name="Shape 711"/>
        <p:cNvGrpSpPr/>
        <p:nvPr/>
      </p:nvGrpSpPr>
      <p:grpSpPr>
        <a:xfrm>
          <a:off x="0" y="0"/>
          <a:ext cx="0" cy="0"/>
          <a:chOff x="0" y="0"/>
          <a:chExt cx="0" cy="0"/>
        </a:xfrm>
      </p:grpSpPr>
      <p:sp>
        <p:nvSpPr>
          <p:cNvPr id="712" name="Google Shape;712;p72"/>
          <p:cNvSpPr txBox="1"/>
          <p:nvPr/>
        </p:nvSpPr>
        <p:spPr>
          <a:xfrm>
            <a:off x="457200" y="76200"/>
            <a:ext cx="8229600" cy="1143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C00000"/>
              </a:buClr>
              <a:buSzPts val="4400"/>
              <a:buFont typeface="Arial"/>
              <a:buNone/>
            </a:pPr>
            <a:r>
              <a:rPr b="1" i="0" lang="en-US" sz="4400" u="none">
                <a:solidFill>
                  <a:srgbClr val="C00000"/>
                </a:solidFill>
                <a:latin typeface="Arial"/>
                <a:ea typeface="Arial"/>
                <a:cs typeface="Arial"/>
                <a:sym typeface="Arial"/>
              </a:rPr>
              <a:t>ID-Search: Example</a:t>
            </a:r>
            <a:endParaRPr/>
          </a:p>
        </p:txBody>
      </p:sp>
      <p:pic>
        <p:nvPicPr>
          <p:cNvPr id="713" name="Google Shape;713;p72"/>
          <p:cNvPicPr preferRelativeResize="0"/>
          <p:nvPr/>
        </p:nvPicPr>
        <p:blipFill rotWithShape="1">
          <a:blip r:embed="rId3">
            <a:alphaModFix/>
          </a:blip>
          <a:srcRect b="0" l="0" r="0" t="0"/>
          <a:stretch/>
        </p:blipFill>
        <p:spPr>
          <a:xfrm>
            <a:off x="185737" y="1709737"/>
            <a:ext cx="8772525" cy="3438525"/>
          </a:xfrm>
          <a:prstGeom prst="rect">
            <a:avLst/>
          </a:prstGeom>
          <a:noFill/>
          <a:ln>
            <a:noFill/>
          </a:ln>
        </p:spPr>
      </p:pic>
      <p:sp>
        <p:nvSpPr>
          <p:cNvPr id="714" name="Google Shape;714;p72"/>
          <p:cNvSpPr txBox="1"/>
          <p:nvPr/>
        </p:nvSpPr>
        <p:spPr>
          <a:xfrm>
            <a:off x="6934200" y="6550025"/>
            <a:ext cx="2133600" cy="231775"/>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0" i="0" lang="en-US" sz="1400" u="none">
                <a:solidFill>
                  <a:schemeClr val="dk1"/>
                </a:solidFill>
                <a:latin typeface="Arial"/>
                <a:ea typeface="Arial"/>
                <a:cs typeface="Arial"/>
                <a:sym typeface="Arial"/>
              </a:rPr>
              <a:t>‹#›</a:t>
            </a:fld>
            <a:endParaRPr/>
          </a:p>
        </p:txBody>
      </p:sp>
      <p:pic>
        <p:nvPicPr>
          <p:cNvPr id="715" name="Google Shape;715;p72"/>
          <p:cNvPicPr preferRelativeResize="0"/>
          <p:nvPr/>
        </p:nvPicPr>
        <p:blipFill rotWithShape="1">
          <a:blip r:embed="rId4">
            <a:alphaModFix/>
          </a:blip>
          <a:srcRect b="0" l="0" r="0" t="0"/>
          <a:stretch/>
        </p:blipFill>
        <p:spPr>
          <a:xfrm>
            <a:off x="8229600" y="0"/>
            <a:ext cx="914400" cy="914400"/>
          </a:xfrm>
          <a:prstGeom prst="rect">
            <a:avLst/>
          </a:prstGeom>
          <a:noFill/>
          <a:ln>
            <a:noFill/>
          </a:ln>
        </p:spPr>
      </p:pic>
    </p:spTree>
  </p:cSld>
  <p:clrMapOvr>
    <a:masterClrMapping/>
  </p:clrMapOvr>
  <p:transition spd="slow">
    <p:fade thruBlk="1"/>
  </p:transition>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9" name="Shape 719"/>
        <p:cNvGrpSpPr/>
        <p:nvPr/>
      </p:nvGrpSpPr>
      <p:grpSpPr>
        <a:xfrm>
          <a:off x="0" y="0"/>
          <a:ext cx="0" cy="0"/>
          <a:chOff x="0" y="0"/>
          <a:chExt cx="0" cy="0"/>
        </a:xfrm>
      </p:grpSpPr>
      <p:sp>
        <p:nvSpPr>
          <p:cNvPr id="720" name="Google Shape;720;p73"/>
          <p:cNvSpPr txBox="1"/>
          <p:nvPr/>
        </p:nvSpPr>
        <p:spPr>
          <a:xfrm>
            <a:off x="457200" y="76200"/>
            <a:ext cx="8229600" cy="1143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C00000"/>
              </a:buClr>
              <a:buSzPts val="4400"/>
              <a:buFont typeface="Arial"/>
              <a:buNone/>
            </a:pPr>
            <a:r>
              <a:rPr b="1" i="0" lang="en-US" sz="4400" u="none">
                <a:solidFill>
                  <a:srgbClr val="C00000"/>
                </a:solidFill>
                <a:latin typeface="Arial"/>
                <a:ea typeface="Arial"/>
                <a:cs typeface="Arial"/>
                <a:sym typeface="Arial"/>
              </a:rPr>
              <a:t>ID-Search: Example</a:t>
            </a:r>
            <a:endParaRPr/>
          </a:p>
        </p:txBody>
      </p:sp>
      <p:pic>
        <p:nvPicPr>
          <p:cNvPr id="721" name="Google Shape;721;p73"/>
          <p:cNvPicPr preferRelativeResize="0"/>
          <p:nvPr/>
        </p:nvPicPr>
        <p:blipFill rotWithShape="1">
          <a:blip r:embed="rId3">
            <a:alphaModFix/>
          </a:blip>
          <a:srcRect b="0" l="0" r="0" t="0"/>
          <a:stretch/>
        </p:blipFill>
        <p:spPr>
          <a:xfrm>
            <a:off x="457200" y="1447800"/>
            <a:ext cx="8143875" cy="4791075"/>
          </a:xfrm>
          <a:prstGeom prst="rect">
            <a:avLst/>
          </a:prstGeom>
          <a:noFill/>
          <a:ln>
            <a:noFill/>
          </a:ln>
        </p:spPr>
      </p:pic>
      <p:sp>
        <p:nvSpPr>
          <p:cNvPr id="722" name="Google Shape;722;p73"/>
          <p:cNvSpPr txBox="1"/>
          <p:nvPr/>
        </p:nvSpPr>
        <p:spPr>
          <a:xfrm>
            <a:off x="6934200" y="6550025"/>
            <a:ext cx="2133600" cy="231775"/>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0" i="0" lang="en-US" sz="1400" u="none">
                <a:solidFill>
                  <a:schemeClr val="dk1"/>
                </a:solidFill>
                <a:latin typeface="Arial"/>
                <a:ea typeface="Arial"/>
                <a:cs typeface="Arial"/>
                <a:sym typeface="Arial"/>
              </a:rPr>
              <a:t>‹#›</a:t>
            </a:fld>
            <a:endParaRPr/>
          </a:p>
        </p:txBody>
      </p:sp>
      <p:pic>
        <p:nvPicPr>
          <p:cNvPr id="723" name="Google Shape;723;p73"/>
          <p:cNvPicPr preferRelativeResize="0"/>
          <p:nvPr/>
        </p:nvPicPr>
        <p:blipFill rotWithShape="1">
          <a:blip r:embed="rId4">
            <a:alphaModFix/>
          </a:blip>
          <a:srcRect b="0" l="0" r="0" t="0"/>
          <a:stretch/>
        </p:blipFill>
        <p:spPr>
          <a:xfrm>
            <a:off x="8229600" y="0"/>
            <a:ext cx="914400" cy="914400"/>
          </a:xfrm>
          <a:prstGeom prst="rect">
            <a:avLst/>
          </a:prstGeom>
          <a:noFill/>
          <a:ln>
            <a:noFill/>
          </a:ln>
        </p:spPr>
      </p:pic>
    </p:spTree>
  </p:cSld>
  <p:clrMapOvr>
    <a:masterClrMapping/>
  </p:clrMapOvr>
  <p:transition spd="slow">
    <p:fade thruBlk="1"/>
  </p:transition>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7" name="Shape 727"/>
        <p:cNvGrpSpPr/>
        <p:nvPr/>
      </p:nvGrpSpPr>
      <p:grpSpPr>
        <a:xfrm>
          <a:off x="0" y="0"/>
          <a:ext cx="0" cy="0"/>
          <a:chOff x="0" y="0"/>
          <a:chExt cx="0" cy="0"/>
        </a:xfrm>
      </p:grpSpPr>
      <p:sp>
        <p:nvSpPr>
          <p:cNvPr id="728" name="Google Shape;728;p74"/>
          <p:cNvSpPr txBox="1"/>
          <p:nvPr>
            <p:ph type="title"/>
          </p:nvPr>
        </p:nvSpPr>
        <p:spPr>
          <a:xfrm>
            <a:off x="457200" y="0"/>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C00000"/>
              </a:buClr>
              <a:buSzPts val="4400"/>
              <a:buFont typeface="Arial"/>
              <a:buNone/>
            </a:pPr>
            <a:r>
              <a:rPr b="1" i="0" lang="en-US" sz="4400" u="none">
                <a:solidFill>
                  <a:srgbClr val="C00000"/>
                </a:solidFill>
                <a:latin typeface="Arial"/>
                <a:ea typeface="Arial"/>
                <a:cs typeface="Arial"/>
                <a:sym typeface="Arial"/>
              </a:rPr>
              <a:t>Bidirectional Search</a:t>
            </a:r>
            <a:endParaRPr/>
          </a:p>
        </p:txBody>
      </p:sp>
      <p:sp>
        <p:nvSpPr>
          <p:cNvPr id="729" name="Google Shape;729;p74"/>
          <p:cNvSpPr txBox="1"/>
          <p:nvPr>
            <p:ph idx="1" type="body"/>
          </p:nvPr>
        </p:nvSpPr>
        <p:spPr>
          <a:xfrm>
            <a:off x="0" y="1066800"/>
            <a:ext cx="9144000" cy="358140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rgbClr val="990000"/>
              </a:buClr>
              <a:buSzPts val="2800"/>
              <a:buFont typeface="Noto Sans Symbols"/>
              <a:buChar char="❑"/>
            </a:pPr>
            <a:r>
              <a:rPr b="0" i="0" lang="en-US" sz="2800" u="none">
                <a:solidFill>
                  <a:schemeClr val="dk1"/>
                </a:solidFill>
                <a:latin typeface="Arial"/>
                <a:ea typeface="Arial"/>
                <a:cs typeface="Arial"/>
                <a:sym typeface="Arial"/>
              </a:rPr>
              <a:t>Two simultaneous searches run from start and goal.</a:t>
            </a:r>
            <a:endParaRPr/>
          </a:p>
          <a:p>
            <a:pPr indent="-285750" lvl="1" marL="742950" rtl="0" algn="l">
              <a:lnSpc>
                <a:spcPct val="100000"/>
              </a:lnSpc>
              <a:spcBef>
                <a:spcPts val="480"/>
              </a:spcBef>
              <a:spcAft>
                <a:spcPts val="0"/>
              </a:spcAft>
              <a:buClr>
                <a:srgbClr val="990000"/>
              </a:buClr>
              <a:buSzPts val="2400"/>
              <a:buFont typeface="Arial"/>
              <a:buChar char="–"/>
            </a:pPr>
            <a:r>
              <a:rPr b="0" i="0" lang="en-US" sz="2400" u="none">
                <a:solidFill>
                  <a:schemeClr val="dk1"/>
                </a:solidFill>
                <a:latin typeface="Arial"/>
                <a:ea typeface="Arial"/>
                <a:cs typeface="Arial"/>
                <a:sym typeface="Arial"/>
              </a:rPr>
              <a:t> Motivation:</a:t>
            </a:r>
            <a:endParaRPr/>
          </a:p>
          <a:p>
            <a:pPr indent="-285750" lvl="1" marL="742950" rtl="0" algn="ctr">
              <a:lnSpc>
                <a:spcPct val="100000"/>
              </a:lnSpc>
              <a:spcBef>
                <a:spcPts val="480"/>
              </a:spcBef>
              <a:spcAft>
                <a:spcPts val="0"/>
              </a:spcAft>
              <a:buClr>
                <a:schemeClr val="dk1"/>
              </a:buClr>
              <a:buSzPts val="2400"/>
              <a:buFont typeface="Arial"/>
              <a:buNone/>
            </a:pPr>
            <a:r>
              <a:t/>
            </a:r>
            <a:endParaRPr b="0" i="0" sz="2400" u="none">
              <a:solidFill>
                <a:schemeClr val="dk1"/>
              </a:solidFill>
              <a:latin typeface="Arial"/>
              <a:ea typeface="Arial"/>
              <a:cs typeface="Arial"/>
              <a:sym typeface="Arial"/>
            </a:endParaRPr>
          </a:p>
          <a:p>
            <a:pPr indent="-285750" lvl="1" marL="742950" rtl="0" algn="l">
              <a:lnSpc>
                <a:spcPct val="100000"/>
              </a:lnSpc>
              <a:spcBef>
                <a:spcPts val="480"/>
              </a:spcBef>
              <a:spcAft>
                <a:spcPts val="0"/>
              </a:spcAft>
              <a:buClr>
                <a:srgbClr val="990000"/>
              </a:buClr>
              <a:buSzPts val="2400"/>
              <a:buFont typeface="Arial"/>
              <a:buChar char="–"/>
            </a:pPr>
            <a:r>
              <a:rPr b="0" i="0" lang="en-US" sz="2400" u="none">
                <a:solidFill>
                  <a:schemeClr val="dk1"/>
                </a:solidFill>
                <a:latin typeface="Arial"/>
                <a:ea typeface="Arial"/>
                <a:cs typeface="Arial"/>
                <a:sym typeface="Arial"/>
              </a:rPr>
              <a:t>One forward from the initial state</a:t>
            </a:r>
            <a:endParaRPr/>
          </a:p>
          <a:p>
            <a:pPr indent="-285750" lvl="1" marL="742950" rtl="0" algn="l">
              <a:lnSpc>
                <a:spcPct val="100000"/>
              </a:lnSpc>
              <a:spcBef>
                <a:spcPts val="480"/>
              </a:spcBef>
              <a:spcAft>
                <a:spcPts val="0"/>
              </a:spcAft>
              <a:buClr>
                <a:srgbClr val="990000"/>
              </a:buClr>
              <a:buSzPts val="2400"/>
              <a:buFont typeface="Arial"/>
              <a:buChar char="–"/>
            </a:pPr>
            <a:r>
              <a:rPr b="0" i="0" lang="en-US" sz="2400" u="none">
                <a:solidFill>
                  <a:schemeClr val="dk1"/>
                </a:solidFill>
                <a:latin typeface="Arial"/>
                <a:ea typeface="Arial"/>
                <a:cs typeface="Arial"/>
                <a:sym typeface="Arial"/>
              </a:rPr>
              <a:t>Other backward from goal</a:t>
            </a:r>
            <a:endParaRPr/>
          </a:p>
          <a:p>
            <a:pPr indent="-285750" lvl="1" marL="742950" rtl="0" algn="l">
              <a:lnSpc>
                <a:spcPct val="100000"/>
              </a:lnSpc>
              <a:spcBef>
                <a:spcPts val="480"/>
              </a:spcBef>
              <a:spcAft>
                <a:spcPts val="0"/>
              </a:spcAft>
              <a:buClr>
                <a:srgbClr val="990000"/>
              </a:buClr>
              <a:buSzPts val="2400"/>
              <a:buFont typeface="Arial"/>
              <a:buChar char="–"/>
            </a:pPr>
            <a:r>
              <a:rPr b="0" i="0" lang="en-US" sz="2400" u="none">
                <a:solidFill>
                  <a:schemeClr val="dk1"/>
                </a:solidFill>
                <a:latin typeface="Arial"/>
                <a:ea typeface="Arial"/>
                <a:cs typeface="Arial"/>
                <a:sym typeface="Arial"/>
              </a:rPr>
              <a:t>Stops when the two searches meet in the middle</a:t>
            </a:r>
            <a:endParaRPr b="0" i="0" sz="2200" u="none">
              <a:solidFill>
                <a:schemeClr val="dk1"/>
              </a:solidFill>
              <a:latin typeface="Arial"/>
              <a:ea typeface="Arial"/>
              <a:cs typeface="Arial"/>
              <a:sym typeface="Arial"/>
            </a:endParaRPr>
          </a:p>
          <a:p>
            <a:pPr indent="-228600" lvl="2" marL="1143000" rtl="0" algn="l">
              <a:lnSpc>
                <a:spcPct val="100000"/>
              </a:lnSpc>
              <a:spcBef>
                <a:spcPts val="440"/>
              </a:spcBef>
              <a:spcAft>
                <a:spcPts val="0"/>
              </a:spcAft>
              <a:buClr>
                <a:srgbClr val="990000"/>
              </a:buClr>
              <a:buSzPts val="1760"/>
              <a:buFont typeface="Arial"/>
              <a:buChar char="•"/>
            </a:pPr>
            <a:r>
              <a:rPr b="0" i="0" lang="en-US" sz="2200" u="none">
                <a:solidFill>
                  <a:schemeClr val="dk1"/>
                </a:solidFill>
                <a:latin typeface="Arial"/>
                <a:ea typeface="Arial"/>
                <a:cs typeface="Arial"/>
                <a:sym typeface="Arial"/>
              </a:rPr>
              <a:t>Check whether the node belongs to the other fringe before expansion</a:t>
            </a:r>
            <a:endParaRPr/>
          </a:p>
        </p:txBody>
      </p:sp>
      <p:pic>
        <p:nvPicPr>
          <p:cNvPr id="730" name="Google Shape;730;p74"/>
          <p:cNvPicPr preferRelativeResize="0"/>
          <p:nvPr>
            <p:ph idx="1" type="body"/>
          </p:nvPr>
        </p:nvPicPr>
        <p:blipFill rotWithShape="1">
          <a:blip r:embed="rId3">
            <a:alphaModFix/>
          </a:blip>
          <a:srcRect b="0" l="0" r="0" t="0"/>
          <a:stretch/>
        </p:blipFill>
        <p:spPr>
          <a:xfrm>
            <a:off x="2438400" y="4594225"/>
            <a:ext cx="4213225" cy="2187575"/>
          </a:xfrm>
          <a:prstGeom prst="rect">
            <a:avLst/>
          </a:prstGeom>
          <a:noFill/>
          <a:ln>
            <a:noFill/>
          </a:ln>
        </p:spPr>
      </p:pic>
      <p:sp>
        <p:nvSpPr>
          <p:cNvPr id="731" name="Google Shape;731;p74"/>
          <p:cNvSpPr txBox="1"/>
          <p:nvPr/>
        </p:nvSpPr>
        <p:spPr>
          <a:xfrm>
            <a:off x="6934200" y="6550025"/>
            <a:ext cx="2133600" cy="231775"/>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0" i="0" lang="en-US" sz="1400" u="none">
                <a:solidFill>
                  <a:schemeClr val="dk1"/>
                </a:solidFill>
                <a:latin typeface="Arial"/>
                <a:ea typeface="Arial"/>
                <a:cs typeface="Arial"/>
                <a:sym typeface="Arial"/>
              </a:rPr>
              <a:t>‹#›</a:t>
            </a:fld>
            <a:endParaRPr/>
          </a:p>
        </p:txBody>
      </p:sp>
      <p:pic>
        <p:nvPicPr>
          <p:cNvPr id="732" name="Google Shape;732;p74"/>
          <p:cNvPicPr preferRelativeResize="0"/>
          <p:nvPr/>
        </p:nvPicPr>
        <p:blipFill rotWithShape="1">
          <a:blip r:embed="rId4">
            <a:alphaModFix/>
          </a:blip>
          <a:srcRect b="0" l="0" r="0" t="0"/>
          <a:stretch/>
        </p:blipFill>
        <p:spPr>
          <a:xfrm>
            <a:off x="2514600" y="1981200"/>
            <a:ext cx="2209800" cy="382587"/>
          </a:xfrm>
          <a:prstGeom prst="rect">
            <a:avLst/>
          </a:prstGeom>
          <a:noFill/>
          <a:ln>
            <a:noFill/>
          </a:ln>
        </p:spPr>
      </p:pic>
      <p:pic>
        <p:nvPicPr>
          <p:cNvPr id="733" name="Google Shape;733;p74"/>
          <p:cNvPicPr preferRelativeResize="0"/>
          <p:nvPr/>
        </p:nvPicPr>
        <p:blipFill rotWithShape="1">
          <a:blip r:embed="rId5">
            <a:alphaModFix/>
          </a:blip>
          <a:srcRect b="0" l="0" r="0" t="0"/>
          <a:stretch/>
        </p:blipFill>
        <p:spPr>
          <a:xfrm>
            <a:off x="8229600" y="0"/>
            <a:ext cx="914400" cy="914400"/>
          </a:xfrm>
          <a:prstGeom prst="rect">
            <a:avLst/>
          </a:prstGeom>
          <a:noFill/>
          <a:ln>
            <a:noFill/>
          </a:ln>
        </p:spPr>
      </p:pic>
    </p:spTree>
  </p:cSld>
  <p:clrMapOvr>
    <a:masterClrMapping/>
  </p:clrMapOvr>
  <p:transition spd="slow">
    <p:fade thruBlk="1"/>
  </p:transition>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7" name="Shape 737"/>
        <p:cNvGrpSpPr/>
        <p:nvPr/>
      </p:nvGrpSpPr>
      <p:grpSpPr>
        <a:xfrm>
          <a:off x="0" y="0"/>
          <a:ext cx="0" cy="0"/>
          <a:chOff x="0" y="0"/>
          <a:chExt cx="0" cy="0"/>
        </a:xfrm>
      </p:grpSpPr>
      <p:sp>
        <p:nvSpPr>
          <p:cNvPr id="738" name="Google Shape;738;p75"/>
          <p:cNvSpPr txBox="1"/>
          <p:nvPr>
            <p:ph type="title"/>
          </p:nvPr>
        </p:nvSpPr>
        <p:spPr>
          <a:xfrm>
            <a:off x="457200" y="76200"/>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C00000"/>
              </a:buClr>
              <a:buSzPts val="4400"/>
              <a:buFont typeface="Arial"/>
              <a:buNone/>
            </a:pPr>
            <a:r>
              <a:rPr b="1" i="0" lang="en-US" sz="4400" u="none">
                <a:solidFill>
                  <a:srgbClr val="C00000"/>
                </a:solidFill>
                <a:latin typeface="Arial"/>
                <a:ea typeface="Arial"/>
                <a:cs typeface="Arial"/>
                <a:sym typeface="Arial"/>
              </a:rPr>
              <a:t>Bidirectional Search</a:t>
            </a:r>
            <a:endParaRPr/>
          </a:p>
        </p:txBody>
      </p:sp>
      <p:sp>
        <p:nvSpPr>
          <p:cNvPr id="739" name="Google Shape;739;p75"/>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rtl="0" algn="just">
              <a:lnSpc>
                <a:spcPct val="100000"/>
              </a:lnSpc>
              <a:spcBef>
                <a:spcPts val="0"/>
              </a:spcBef>
              <a:spcAft>
                <a:spcPts val="0"/>
              </a:spcAft>
              <a:buClr>
                <a:srgbClr val="990000"/>
              </a:buClr>
              <a:buSzPts val="3200"/>
              <a:buFont typeface="Noto Sans Symbols"/>
              <a:buChar char="❑"/>
            </a:pPr>
            <a:r>
              <a:rPr b="0" i="0" lang="en-US" sz="3200" u="none">
                <a:solidFill>
                  <a:schemeClr val="dk1"/>
                </a:solidFill>
                <a:latin typeface="Arial"/>
                <a:ea typeface="Arial"/>
                <a:cs typeface="Arial"/>
                <a:sym typeface="Arial"/>
              </a:rPr>
              <a:t>Time complexity: </a:t>
            </a:r>
            <a:r>
              <a:rPr b="0" i="1" lang="en-US" sz="3200" u="none">
                <a:solidFill>
                  <a:schemeClr val="dk1"/>
                </a:solidFill>
                <a:latin typeface="Arial"/>
                <a:ea typeface="Arial"/>
                <a:cs typeface="Arial"/>
                <a:sym typeface="Arial"/>
              </a:rPr>
              <a:t>O</a:t>
            </a:r>
            <a:r>
              <a:rPr b="0" i="0" lang="en-US" sz="3200" u="none">
                <a:solidFill>
                  <a:schemeClr val="dk1"/>
                </a:solidFill>
                <a:latin typeface="Arial"/>
                <a:ea typeface="Arial"/>
                <a:cs typeface="Arial"/>
                <a:sym typeface="Arial"/>
              </a:rPr>
              <a:t>(</a:t>
            </a:r>
            <a:r>
              <a:rPr b="0" i="1" lang="en-US" sz="3200" u="none">
                <a:solidFill>
                  <a:schemeClr val="dk1"/>
                </a:solidFill>
                <a:latin typeface="Arial"/>
                <a:ea typeface="Arial"/>
                <a:cs typeface="Arial"/>
                <a:sym typeface="Arial"/>
              </a:rPr>
              <a:t>b</a:t>
            </a:r>
            <a:r>
              <a:rPr b="0" baseline="30000" i="1" lang="en-US" sz="3200" u="none">
                <a:solidFill>
                  <a:schemeClr val="dk1"/>
                </a:solidFill>
                <a:latin typeface="Arial"/>
                <a:ea typeface="Arial"/>
                <a:cs typeface="Arial"/>
                <a:sym typeface="Arial"/>
              </a:rPr>
              <a:t>d</a:t>
            </a:r>
            <a:r>
              <a:rPr b="0" baseline="30000" i="0" lang="en-US" sz="3200" u="none">
                <a:solidFill>
                  <a:schemeClr val="dk1"/>
                </a:solidFill>
                <a:latin typeface="Arial"/>
                <a:ea typeface="Arial"/>
                <a:cs typeface="Arial"/>
                <a:sym typeface="Arial"/>
              </a:rPr>
              <a:t>/2</a:t>
            </a:r>
            <a:r>
              <a:rPr b="0" i="0" lang="en-US" sz="3200" u="none">
                <a:solidFill>
                  <a:schemeClr val="dk1"/>
                </a:solidFill>
                <a:latin typeface="Arial"/>
                <a:ea typeface="Arial"/>
                <a:cs typeface="Arial"/>
                <a:sym typeface="Arial"/>
              </a:rPr>
              <a:t>)</a:t>
            </a:r>
            <a:endParaRPr/>
          </a:p>
          <a:p>
            <a:pPr indent="-342900" lvl="0" marL="342900" rtl="0" algn="just">
              <a:lnSpc>
                <a:spcPct val="100000"/>
              </a:lnSpc>
              <a:spcBef>
                <a:spcPts val="640"/>
              </a:spcBef>
              <a:spcAft>
                <a:spcPts val="0"/>
              </a:spcAft>
              <a:buClr>
                <a:srgbClr val="990000"/>
              </a:buClr>
              <a:buSzPts val="3200"/>
              <a:buFont typeface="Noto Sans Symbols"/>
              <a:buChar char="❑"/>
            </a:pPr>
            <a:r>
              <a:rPr b="0" i="0" lang="en-US" sz="3200" u="none">
                <a:solidFill>
                  <a:schemeClr val="dk1"/>
                </a:solidFill>
                <a:latin typeface="Arial"/>
                <a:ea typeface="Arial"/>
                <a:cs typeface="Arial"/>
                <a:sym typeface="Arial"/>
              </a:rPr>
              <a:t>Space complexity: </a:t>
            </a:r>
            <a:r>
              <a:rPr b="0" i="1" lang="en-US" sz="3200" u="none">
                <a:solidFill>
                  <a:schemeClr val="dk1"/>
                </a:solidFill>
                <a:latin typeface="Arial"/>
                <a:ea typeface="Arial"/>
                <a:cs typeface="Arial"/>
                <a:sym typeface="Arial"/>
              </a:rPr>
              <a:t>O</a:t>
            </a:r>
            <a:r>
              <a:rPr b="0" i="0" lang="en-US" sz="3200" u="none">
                <a:solidFill>
                  <a:schemeClr val="dk1"/>
                </a:solidFill>
                <a:latin typeface="Arial"/>
                <a:ea typeface="Arial"/>
                <a:cs typeface="Arial"/>
                <a:sym typeface="Arial"/>
              </a:rPr>
              <a:t>(</a:t>
            </a:r>
            <a:r>
              <a:rPr b="0" i="1" lang="en-US" sz="3200" u="none">
                <a:solidFill>
                  <a:schemeClr val="dk1"/>
                </a:solidFill>
                <a:latin typeface="Arial"/>
                <a:ea typeface="Arial"/>
                <a:cs typeface="Arial"/>
                <a:sym typeface="Arial"/>
              </a:rPr>
              <a:t>b</a:t>
            </a:r>
            <a:r>
              <a:rPr b="0" baseline="30000" i="1" lang="en-US" sz="3200" u="none">
                <a:solidFill>
                  <a:schemeClr val="dk1"/>
                </a:solidFill>
                <a:latin typeface="Arial"/>
                <a:ea typeface="Arial"/>
                <a:cs typeface="Arial"/>
                <a:sym typeface="Arial"/>
              </a:rPr>
              <a:t>d</a:t>
            </a:r>
            <a:r>
              <a:rPr b="0" baseline="30000" i="0" lang="en-US" sz="3200" u="none">
                <a:solidFill>
                  <a:schemeClr val="dk1"/>
                </a:solidFill>
                <a:latin typeface="Arial"/>
                <a:ea typeface="Arial"/>
                <a:cs typeface="Arial"/>
                <a:sym typeface="Arial"/>
              </a:rPr>
              <a:t>/2</a:t>
            </a:r>
            <a:r>
              <a:rPr b="0" i="0" lang="en-US" sz="3200" u="none">
                <a:solidFill>
                  <a:schemeClr val="dk1"/>
                </a:solidFill>
                <a:latin typeface="Arial"/>
                <a:ea typeface="Arial"/>
                <a:cs typeface="Arial"/>
                <a:sym typeface="Arial"/>
              </a:rPr>
              <a:t>)</a:t>
            </a:r>
            <a:endParaRPr/>
          </a:p>
          <a:p>
            <a:pPr indent="-285750" lvl="1" marL="742950" rtl="0" algn="just">
              <a:lnSpc>
                <a:spcPct val="100000"/>
              </a:lnSpc>
              <a:spcBef>
                <a:spcPts val="560"/>
              </a:spcBef>
              <a:spcAft>
                <a:spcPts val="0"/>
              </a:spcAft>
              <a:buClr>
                <a:srgbClr val="990000"/>
              </a:buClr>
              <a:buSzPts val="2800"/>
              <a:buFont typeface="Arial"/>
              <a:buChar char="–"/>
            </a:pPr>
            <a:r>
              <a:rPr b="0" i="0" lang="en-US" sz="2800" u="none">
                <a:solidFill>
                  <a:schemeClr val="dk1"/>
                </a:solidFill>
                <a:latin typeface="Arial"/>
                <a:ea typeface="Arial"/>
                <a:cs typeface="Arial"/>
                <a:sym typeface="Arial"/>
              </a:rPr>
              <a:t>This space complexity is the most significant weakness of bidirectional search.</a:t>
            </a:r>
            <a:endParaRPr b="0" i="1" sz="2800" u="none">
              <a:solidFill>
                <a:schemeClr val="dk1"/>
              </a:solidFill>
              <a:latin typeface="Arial"/>
              <a:ea typeface="Arial"/>
              <a:cs typeface="Arial"/>
              <a:sym typeface="Arial"/>
            </a:endParaRPr>
          </a:p>
          <a:p>
            <a:pPr indent="-342900" lvl="0" marL="342900" rtl="0" algn="just">
              <a:lnSpc>
                <a:spcPct val="100000"/>
              </a:lnSpc>
              <a:spcBef>
                <a:spcPts val="640"/>
              </a:spcBef>
              <a:spcAft>
                <a:spcPts val="0"/>
              </a:spcAft>
              <a:buClr>
                <a:srgbClr val="990000"/>
              </a:buClr>
              <a:buSzPts val="3200"/>
              <a:buFont typeface="Noto Sans Symbols"/>
              <a:buChar char="❑"/>
            </a:pPr>
            <a:r>
              <a:rPr b="0" i="0" lang="en-US" sz="3200" u="none">
                <a:solidFill>
                  <a:schemeClr val="dk1"/>
                </a:solidFill>
                <a:latin typeface="Arial"/>
                <a:ea typeface="Arial"/>
                <a:cs typeface="Arial"/>
                <a:sym typeface="Arial"/>
              </a:rPr>
              <a:t>Completeness and Optimality: Yes</a:t>
            </a:r>
            <a:endParaRPr/>
          </a:p>
          <a:p>
            <a:pPr indent="-285750" lvl="1" marL="742950" rtl="0" algn="just">
              <a:lnSpc>
                <a:spcPct val="100000"/>
              </a:lnSpc>
              <a:spcBef>
                <a:spcPts val="560"/>
              </a:spcBef>
              <a:spcAft>
                <a:spcPts val="0"/>
              </a:spcAft>
              <a:buClr>
                <a:srgbClr val="990000"/>
              </a:buClr>
              <a:buSzPts val="2800"/>
              <a:buFont typeface="Arial"/>
              <a:buChar char="–"/>
            </a:pPr>
            <a:r>
              <a:rPr b="0" i="0" lang="en-US" sz="2800" u="none">
                <a:solidFill>
                  <a:schemeClr val="dk1"/>
                </a:solidFill>
                <a:latin typeface="Arial"/>
                <a:ea typeface="Arial"/>
                <a:cs typeface="Arial"/>
                <a:sym typeface="Arial"/>
              </a:rPr>
              <a:t>If step costs are uniform</a:t>
            </a:r>
            <a:endParaRPr/>
          </a:p>
          <a:p>
            <a:pPr indent="-285750" lvl="1" marL="742950" rtl="0" algn="just">
              <a:lnSpc>
                <a:spcPct val="100000"/>
              </a:lnSpc>
              <a:spcBef>
                <a:spcPts val="560"/>
              </a:spcBef>
              <a:spcAft>
                <a:spcPts val="0"/>
              </a:spcAft>
              <a:buClr>
                <a:srgbClr val="990000"/>
              </a:buClr>
              <a:buSzPts val="2800"/>
              <a:buFont typeface="Arial"/>
              <a:buChar char="–"/>
            </a:pPr>
            <a:r>
              <a:rPr b="0" i="0" lang="en-US" sz="2800" u="none">
                <a:solidFill>
                  <a:schemeClr val="dk1"/>
                </a:solidFill>
                <a:latin typeface="Arial"/>
                <a:ea typeface="Arial"/>
                <a:cs typeface="Arial"/>
                <a:sym typeface="Arial"/>
              </a:rPr>
              <a:t>If both searches are breadth-first search.</a:t>
            </a:r>
            <a:endParaRPr/>
          </a:p>
        </p:txBody>
      </p:sp>
      <p:sp>
        <p:nvSpPr>
          <p:cNvPr id="740" name="Google Shape;740;p75"/>
          <p:cNvSpPr txBox="1"/>
          <p:nvPr/>
        </p:nvSpPr>
        <p:spPr>
          <a:xfrm>
            <a:off x="6934200" y="6550025"/>
            <a:ext cx="2133600" cy="231775"/>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0" i="0" lang="en-US" sz="1400" u="none">
                <a:solidFill>
                  <a:schemeClr val="dk1"/>
                </a:solidFill>
                <a:latin typeface="Arial"/>
                <a:ea typeface="Arial"/>
                <a:cs typeface="Arial"/>
                <a:sym typeface="Arial"/>
              </a:rPr>
              <a:t>‹#›</a:t>
            </a:fld>
            <a:endParaRPr/>
          </a:p>
        </p:txBody>
      </p:sp>
      <p:pic>
        <p:nvPicPr>
          <p:cNvPr id="741" name="Google Shape;741;p75"/>
          <p:cNvPicPr preferRelativeResize="0"/>
          <p:nvPr/>
        </p:nvPicPr>
        <p:blipFill rotWithShape="1">
          <a:blip r:embed="rId3">
            <a:alphaModFix/>
          </a:blip>
          <a:srcRect b="0" l="0" r="0" t="0"/>
          <a:stretch/>
        </p:blipFill>
        <p:spPr>
          <a:xfrm>
            <a:off x="8229600" y="0"/>
            <a:ext cx="914400" cy="914400"/>
          </a:xfrm>
          <a:prstGeom prst="rect">
            <a:avLst/>
          </a:prstGeom>
          <a:noFill/>
          <a:ln>
            <a:noFill/>
          </a:ln>
        </p:spPr>
      </p:pic>
    </p:spTree>
  </p:cSld>
  <p:clrMapOvr>
    <a:masterClrMapping/>
  </p:clrMapOvr>
  <p:transition spd="slow">
    <p:fade thruBlk="1"/>
  </p:transition>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5" name="Shape 745"/>
        <p:cNvGrpSpPr/>
        <p:nvPr/>
      </p:nvGrpSpPr>
      <p:grpSpPr>
        <a:xfrm>
          <a:off x="0" y="0"/>
          <a:ext cx="0" cy="0"/>
          <a:chOff x="0" y="0"/>
          <a:chExt cx="0" cy="0"/>
        </a:xfrm>
      </p:grpSpPr>
      <p:sp>
        <p:nvSpPr>
          <p:cNvPr id="746" name="Google Shape;746;p76"/>
          <p:cNvSpPr txBox="1"/>
          <p:nvPr>
            <p:ph idx="1" type="body"/>
          </p:nvPr>
        </p:nvSpPr>
        <p:spPr>
          <a:xfrm>
            <a:off x="457200" y="3938587"/>
            <a:ext cx="8229600" cy="2614612"/>
          </a:xfrm>
          <a:prstGeom prst="rect">
            <a:avLst/>
          </a:prstGeom>
          <a:noFill/>
          <a:ln>
            <a:noFill/>
          </a:ln>
        </p:spPr>
        <p:txBody>
          <a:bodyPr anchorCtr="0" anchor="t" bIns="45700" lIns="91425" spcFirstLastPara="1" rIns="91425" wrap="square" tIns="45700">
            <a:noAutofit/>
          </a:bodyPr>
          <a:lstStyle/>
          <a:p>
            <a:pPr indent="-342900" lvl="0" marL="342900" rtl="0" algn="just">
              <a:lnSpc>
                <a:spcPct val="90000"/>
              </a:lnSpc>
              <a:spcBef>
                <a:spcPts val="0"/>
              </a:spcBef>
              <a:spcAft>
                <a:spcPts val="0"/>
              </a:spcAft>
              <a:buClr>
                <a:srgbClr val="990000"/>
              </a:buClr>
              <a:buSzPts val="2800"/>
              <a:buFont typeface="Noto Sans Symbols"/>
              <a:buChar char="❑"/>
            </a:pPr>
            <a:r>
              <a:rPr b="0" i="0" lang="en-US" sz="2800" u="none">
                <a:solidFill>
                  <a:schemeClr val="dk1"/>
                </a:solidFill>
                <a:latin typeface="Arial"/>
                <a:ea typeface="Arial"/>
                <a:cs typeface="Arial"/>
                <a:sym typeface="Arial"/>
              </a:rPr>
              <a:t>The reduction in time complexity makes bidirectional search attractive, but </a:t>
            </a:r>
            <a:r>
              <a:rPr b="0" i="1" lang="en-US" sz="2800" u="none">
                <a:solidFill>
                  <a:schemeClr val="dk1"/>
                </a:solidFill>
                <a:latin typeface="Arial"/>
                <a:ea typeface="Arial"/>
                <a:cs typeface="Arial"/>
                <a:sym typeface="Arial"/>
              </a:rPr>
              <a:t>how do we search backwards</a:t>
            </a:r>
            <a:r>
              <a:rPr b="0" i="0" lang="en-US" sz="2800" u="none">
                <a:solidFill>
                  <a:schemeClr val="dk1"/>
                </a:solidFill>
                <a:latin typeface="Arial"/>
                <a:ea typeface="Arial"/>
                <a:cs typeface="Arial"/>
                <a:sym typeface="Arial"/>
              </a:rPr>
              <a:t>?</a:t>
            </a:r>
            <a:endParaRPr/>
          </a:p>
          <a:p>
            <a:pPr indent="-342900" lvl="0" marL="342900" rtl="0" algn="just">
              <a:lnSpc>
                <a:spcPct val="90000"/>
              </a:lnSpc>
              <a:spcBef>
                <a:spcPts val="560"/>
              </a:spcBef>
              <a:spcAft>
                <a:spcPts val="0"/>
              </a:spcAft>
              <a:buClr>
                <a:srgbClr val="990000"/>
              </a:buClr>
              <a:buSzPts val="2800"/>
              <a:buFont typeface="Noto Sans Symbols"/>
              <a:buChar char="❑"/>
            </a:pPr>
            <a:r>
              <a:rPr b="0" i="0" lang="en-US" sz="2800" u="none">
                <a:solidFill>
                  <a:schemeClr val="dk1"/>
                </a:solidFill>
                <a:latin typeface="Arial"/>
                <a:ea typeface="Arial"/>
                <a:cs typeface="Arial"/>
                <a:sym typeface="Arial"/>
              </a:rPr>
              <a:t>The predecessor of each node should be efficiently computable.</a:t>
            </a:r>
            <a:endParaRPr b="0" i="0" sz="2400" u="none">
              <a:solidFill>
                <a:schemeClr val="dk1"/>
              </a:solidFill>
              <a:latin typeface="Arial"/>
              <a:ea typeface="Arial"/>
              <a:cs typeface="Arial"/>
              <a:sym typeface="Arial"/>
            </a:endParaRPr>
          </a:p>
          <a:p>
            <a:pPr indent="-285750" lvl="1" marL="742950" rtl="0" algn="just">
              <a:lnSpc>
                <a:spcPct val="90000"/>
              </a:lnSpc>
              <a:spcBef>
                <a:spcPts val="480"/>
              </a:spcBef>
              <a:spcAft>
                <a:spcPts val="0"/>
              </a:spcAft>
              <a:buClr>
                <a:srgbClr val="990000"/>
              </a:buClr>
              <a:buSzPts val="2400"/>
              <a:buFont typeface="Arial"/>
              <a:buChar char="–"/>
            </a:pPr>
            <a:r>
              <a:rPr b="0" i="0" lang="en-US" sz="2400" u="none">
                <a:solidFill>
                  <a:schemeClr val="dk1"/>
                </a:solidFill>
                <a:latin typeface="Arial"/>
                <a:ea typeface="Arial"/>
                <a:cs typeface="Arial"/>
                <a:sym typeface="Arial"/>
              </a:rPr>
              <a:t>When actions are easily reversible.</a:t>
            </a:r>
            <a:endParaRPr/>
          </a:p>
        </p:txBody>
      </p:sp>
      <p:pic>
        <p:nvPicPr>
          <p:cNvPr descr="bidirectional.jpg                                              00105F05IRIDIA                         BC96F375:" id="747" name="Google Shape;747;p76"/>
          <p:cNvPicPr preferRelativeResize="0"/>
          <p:nvPr>
            <p:ph idx="1" type="body"/>
          </p:nvPr>
        </p:nvPicPr>
        <p:blipFill rotWithShape="1">
          <a:blip r:embed="rId3">
            <a:alphaModFix/>
          </a:blip>
          <a:srcRect b="0" l="0" r="0" t="0"/>
          <a:stretch/>
        </p:blipFill>
        <p:spPr>
          <a:xfrm>
            <a:off x="2636837" y="1752600"/>
            <a:ext cx="3916362" cy="1958975"/>
          </a:xfrm>
          <a:prstGeom prst="rect">
            <a:avLst/>
          </a:prstGeom>
          <a:noFill/>
          <a:ln>
            <a:noFill/>
          </a:ln>
        </p:spPr>
      </p:pic>
      <p:sp>
        <p:nvSpPr>
          <p:cNvPr id="748" name="Google Shape;748;p76"/>
          <p:cNvSpPr txBox="1"/>
          <p:nvPr>
            <p:ph type="title"/>
          </p:nvPr>
        </p:nvSpPr>
        <p:spPr>
          <a:xfrm>
            <a:off x="457200" y="76200"/>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C00000"/>
              </a:buClr>
              <a:buSzPts val="4400"/>
              <a:buFont typeface="Arial"/>
              <a:buNone/>
            </a:pPr>
            <a:r>
              <a:rPr b="1" i="0" lang="en-US" sz="4400" u="none">
                <a:solidFill>
                  <a:srgbClr val="C00000"/>
                </a:solidFill>
                <a:latin typeface="Arial"/>
                <a:ea typeface="Arial"/>
                <a:cs typeface="Arial"/>
                <a:sym typeface="Arial"/>
              </a:rPr>
              <a:t>Bidirectional Search</a:t>
            </a:r>
            <a:endParaRPr/>
          </a:p>
        </p:txBody>
      </p:sp>
      <p:pic>
        <p:nvPicPr>
          <p:cNvPr id="749" name="Google Shape;749;p76"/>
          <p:cNvPicPr preferRelativeResize="0"/>
          <p:nvPr/>
        </p:nvPicPr>
        <p:blipFill rotWithShape="1">
          <a:blip r:embed="rId4">
            <a:alphaModFix/>
          </a:blip>
          <a:srcRect b="0" l="0" r="0" t="0"/>
          <a:stretch/>
        </p:blipFill>
        <p:spPr>
          <a:xfrm>
            <a:off x="8229600" y="0"/>
            <a:ext cx="914400" cy="914400"/>
          </a:xfrm>
          <a:prstGeom prst="rect">
            <a:avLst/>
          </a:prstGeom>
          <a:noFill/>
          <a:ln>
            <a:noFill/>
          </a:ln>
        </p:spPr>
      </p:pic>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3" name="Shape 753"/>
        <p:cNvGrpSpPr/>
        <p:nvPr/>
      </p:nvGrpSpPr>
      <p:grpSpPr>
        <a:xfrm>
          <a:off x="0" y="0"/>
          <a:ext cx="0" cy="0"/>
          <a:chOff x="0" y="0"/>
          <a:chExt cx="0" cy="0"/>
        </a:xfrm>
      </p:grpSpPr>
      <p:sp>
        <p:nvSpPr>
          <p:cNvPr id="754" name="Google Shape;754;p77"/>
          <p:cNvSpPr txBox="1"/>
          <p:nvPr>
            <p:ph type="title"/>
          </p:nvPr>
        </p:nvSpPr>
        <p:spPr>
          <a:xfrm>
            <a:off x="457200" y="76200"/>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C00000"/>
              </a:buClr>
              <a:buSzPts val="4400"/>
              <a:buFont typeface="Arial"/>
              <a:buNone/>
            </a:pPr>
            <a:r>
              <a:rPr b="1" i="0" lang="en-US" sz="4400" u="none">
                <a:solidFill>
                  <a:srgbClr val="C00000"/>
                </a:solidFill>
                <a:latin typeface="Arial"/>
                <a:ea typeface="Arial"/>
                <a:cs typeface="Arial"/>
                <a:sym typeface="Arial"/>
              </a:rPr>
              <a:t>Summary of Algorithms</a:t>
            </a:r>
            <a:endParaRPr/>
          </a:p>
        </p:txBody>
      </p:sp>
      <p:sp>
        <p:nvSpPr>
          <p:cNvPr id="755" name="Google Shape;755;p77"/>
          <p:cNvSpPr txBox="1"/>
          <p:nvPr/>
        </p:nvSpPr>
        <p:spPr>
          <a:xfrm>
            <a:off x="6934200" y="6550025"/>
            <a:ext cx="2133600" cy="231775"/>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0" i="0" lang="en-US" sz="1400" u="none">
                <a:solidFill>
                  <a:schemeClr val="dk1"/>
                </a:solidFill>
                <a:latin typeface="Arial"/>
                <a:ea typeface="Arial"/>
                <a:cs typeface="Arial"/>
                <a:sym typeface="Arial"/>
              </a:rPr>
              <a:t>‹#›</a:t>
            </a:fld>
            <a:endParaRPr/>
          </a:p>
        </p:txBody>
      </p:sp>
      <p:pic>
        <p:nvPicPr>
          <p:cNvPr id="756" name="Google Shape;756;p77"/>
          <p:cNvPicPr preferRelativeResize="0"/>
          <p:nvPr/>
        </p:nvPicPr>
        <p:blipFill rotWithShape="1">
          <a:blip r:embed="rId3">
            <a:alphaModFix/>
          </a:blip>
          <a:srcRect b="0" l="0" r="0" t="0"/>
          <a:stretch/>
        </p:blipFill>
        <p:spPr>
          <a:xfrm>
            <a:off x="8229600" y="0"/>
            <a:ext cx="914400" cy="914400"/>
          </a:xfrm>
          <a:prstGeom prst="rect">
            <a:avLst/>
          </a:prstGeom>
          <a:noFill/>
          <a:ln>
            <a:noFill/>
          </a:ln>
        </p:spPr>
      </p:pic>
      <p:pic>
        <p:nvPicPr>
          <p:cNvPr id="757" name="Google Shape;757;p77"/>
          <p:cNvPicPr preferRelativeResize="0"/>
          <p:nvPr/>
        </p:nvPicPr>
        <p:blipFill rotWithShape="1">
          <a:blip r:embed="rId4">
            <a:alphaModFix/>
          </a:blip>
          <a:srcRect b="0" l="0" r="0" t="0"/>
          <a:stretch/>
        </p:blipFill>
        <p:spPr>
          <a:xfrm>
            <a:off x="76200" y="1524000"/>
            <a:ext cx="8972550" cy="3352800"/>
          </a:xfrm>
          <a:prstGeom prst="rect">
            <a:avLst/>
          </a:prstGeom>
          <a:noFill/>
          <a:ln>
            <a:noFill/>
          </a:ln>
        </p:spPr>
      </p:pic>
    </p:spTree>
  </p:cSld>
  <p:clrMapOvr>
    <a:masterClrMapping/>
  </p:clrMapOvr>
  <p:transition spd="slow">
    <p:fade thruBlk="1"/>
  </p:transition>
</p:sld>
</file>

<file path=ppt/theme/theme1.xml><?xml version="1.0" encoding="utf-8"?>
<a:theme xmlns:a="http://schemas.openxmlformats.org/drawingml/2006/main" xmlns:r="http://schemas.openxmlformats.org/officeDocument/2006/relationships" name="Default Design">
  <a:themeElements>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3_Default Design">
  <a:themeElements>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2_Default Design">
  <a:themeElements>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1_Default Design">
  <a:themeElements>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2010-10-20T20:10:34Z</dcterms:created>
  <dc:creator>Md. Tarek Habib Mihir</dc:creator>
</cp:coreProperties>
</file>